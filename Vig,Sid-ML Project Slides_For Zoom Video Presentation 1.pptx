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82" r:id="rId7"/>
    <p:sldId id="263" r:id="rId8"/>
    <p:sldId id="290" r:id="rId9"/>
    <p:sldId id="265" r:id="rId10"/>
    <p:sldId id="289" r:id="rId11"/>
    <p:sldId id="273" r:id="rId12"/>
    <p:sldId id="272" r:id="rId13"/>
    <p:sldId id="274" r:id="rId14"/>
    <p:sldId id="287" r:id="rId15"/>
    <p:sldId id="283" r:id="rId16"/>
    <p:sldId id="288" r:id="rId17"/>
    <p:sldId id="286" r:id="rId18"/>
    <p:sldId id="285" r:id="rId19"/>
    <p:sldId id="284" r:id="rId20"/>
    <p:sldId id="291" r:id="rId21"/>
    <p:sldId id="279" r:id="rId22"/>
    <p:sldId id="280" r:id="rId23"/>
    <p:sldId id="281" r:id="rId2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V4Wmv9brQHFDuJxWK/cxNUljy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240B8-8405-486A-80A4-784F5B4ED89C}" v="167" dt="2025-12-13T20:18:06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meshwar, Vigneshwar" userId="8629fc09-83dd-4b82-b3df-b09f6748a99e" providerId="ADAL" clId="{43A96EDF-8884-41CB-873C-9C3BC445476A}"/>
    <pc:docChg chg="undo redo custSel addSld delSld modSld sldOrd">
      <pc:chgData name="Parameshwar, Vigneshwar" userId="8629fc09-83dd-4b82-b3df-b09f6748a99e" providerId="ADAL" clId="{43A96EDF-8884-41CB-873C-9C3BC445476A}" dt="2025-12-13T21:03:23.778" v="8462" actId="20577"/>
      <pc:docMkLst>
        <pc:docMk/>
      </pc:docMkLst>
      <pc:sldChg chg="modSp mod">
        <pc:chgData name="Parameshwar, Vigneshwar" userId="8629fc09-83dd-4b82-b3df-b09f6748a99e" providerId="ADAL" clId="{43A96EDF-8884-41CB-873C-9C3BC445476A}" dt="2025-12-13T20:14:45.195" v="8442" actId="27636"/>
        <pc:sldMkLst>
          <pc:docMk/>
          <pc:sldMk cId="0" sldId="256"/>
        </pc:sldMkLst>
        <pc:spChg chg="mod">
          <ac:chgData name="Parameshwar, Vigneshwar" userId="8629fc09-83dd-4b82-b3df-b09f6748a99e" providerId="ADAL" clId="{43A96EDF-8884-41CB-873C-9C3BC445476A}" dt="2025-12-13T20:14:45.195" v="8442" actId="27636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Parameshwar, Vigneshwar" userId="8629fc09-83dd-4b82-b3df-b09f6748a99e" providerId="ADAL" clId="{43A96EDF-8884-41CB-873C-9C3BC445476A}" dt="2025-12-07T01:57:39.239" v="414" actId="20577"/>
        <pc:sldMkLst>
          <pc:docMk/>
          <pc:sldMk cId="0" sldId="257"/>
        </pc:sldMkLst>
        <pc:spChg chg="mod">
          <ac:chgData name="Parameshwar, Vigneshwar" userId="8629fc09-83dd-4b82-b3df-b09f6748a99e" providerId="ADAL" clId="{43A96EDF-8884-41CB-873C-9C3BC445476A}" dt="2025-12-07T01:57:39.239" v="414" actId="20577"/>
          <ac:spMkLst>
            <pc:docMk/>
            <pc:sldMk cId="0" sldId="257"/>
            <ac:spMk id="68" creationId="{00000000-0000-0000-0000-000000000000}"/>
          </ac:spMkLst>
        </pc:spChg>
      </pc:sldChg>
      <pc:sldChg chg="modSp mod">
        <pc:chgData name="Parameshwar, Vigneshwar" userId="8629fc09-83dd-4b82-b3df-b09f6748a99e" providerId="ADAL" clId="{43A96EDF-8884-41CB-873C-9C3BC445476A}" dt="2025-12-13T21:03:23.778" v="8462" actId="20577"/>
        <pc:sldMkLst>
          <pc:docMk/>
          <pc:sldMk cId="0" sldId="258"/>
        </pc:sldMkLst>
        <pc:spChg chg="mod">
          <ac:chgData name="Parameshwar, Vigneshwar" userId="8629fc09-83dd-4b82-b3df-b09f6748a99e" providerId="ADAL" clId="{43A96EDF-8884-41CB-873C-9C3BC445476A}" dt="2025-12-13T21:03:23.778" v="8462" actId="20577"/>
          <ac:spMkLst>
            <pc:docMk/>
            <pc:sldMk cId="0" sldId="258"/>
            <ac:spMk id="75" creationId="{00000000-0000-0000-0000-000000000000}"/>
          </ac:spMkLst>
        </pc:spChg>
      </pc:sldChg>
      <pc:sldChg chg="modSp mod">
        <pc:chgData name="Parameshwar, Vigneshwar" userId="8629fc09-83dd-4b82-b3df-b09f6748a99e" providerId="ADAL" clId="{43A96EDF-8884-41CB-873C-9C3BC445476A}" dt="2025-12-13T17:54:19.119" v="6255" actId="20577"/>
        <pc:sldMkLst>
          <pc:docMk/>
          <pc:sldMk cId="0" sldId="259"/>
        </pc:sldMkLst>
        <pc:spChg chg="mod">
          <ac:chgData name="Parameshwar, Vigneshwar" userId="8629fc09-83dd-4b82-b3df-b09f6748a99e" providerId="ADAL" clId="{43A96EDF-8884-41CB-873C-9C3BC445476A}" dt="2025-12-07T01:53:55.786" v="294" actId="20577"/>
          <ac:spMkLst>
            <pc:docMk/>
            <pc:sldMk cId="0" sldId="259"/>
            <ac:spMk id="81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13T17:54:19.119" v="6255" actId="20577"/>
          <ac:spMkLst>
            <pc:docMk/>
            <pc:sldMk cId="0" sldId="259"/>
            <ac:spMk id="82" creationId="{00000000-0000-0000-0000-000000000000}"/>
          </ac:spMkLst>
        </pc:spChg>
      </pc:sldChg>
      <pc:sldChg chg="addSp modSp mod modAnim modNotesTx">
        <pc:chgData name="Parameshwar, Vigneshwar" userId="8629fc09-83dd-4b82-b3df-b09f6748a99e" providerId="ADAL" clId="{43A96EDF-8884-41CB-873C-9C3BC445476A}" dt="2025-12-13T20:18:06.500" v="8452"/>
        <pc:sldMkLst>
          <pc:docMk/>
          <pc:sldMk cId="0" sldId="260"/>
        </pc:sldMkLst>
        <pc:spChg chg="add mod">
          <ac:chgData name="Parameshwar, Vigneshwar" userId="8629fc09-83dd-4b82-b3df-b09f6748a99e" providerId="ADAL" clId="{43A96EDF-8884-41CB-873C-9C3BC445476A}" dt="2025-12-13T18:03:37.524" v="6504" actId="20577"/>
          <ac:spMkLst>
            <pc:docMk/>
            <pc:sldMk cId="0" sldId="260"/>
            <ac:spMk id="2" creationId="{1EE52CF1-49AC-E03D-9FD7-C8F4498AEEF8}"/>
          </ac:spMkLst>
        </pc:spChg>
        <pc:spChg chg="add mod">
          <ac:chgData name="Parameshwar, Vigneshwar" userId="8629fc09-83dd-4b82-b3df-b09f6748a99e" providerId="ADAL" clId="{43A96EDF-8884-41CB-873C-9C3BC445476A}" dt="2025-12-13T18:04:04.905" v="6505" actId="207"/>
          <ac:spMkLst>
            <pc:docMk/>
            <pc:sldMk cId="0" sldId="260"/>
            <ac:spMk id="4" creationId="{A62F401E-A2F1-60AB-B2E8-0D6A337922A5}"/>
          </ac:spMkLst>
        </pc:spChg>
        <pc:spChg chg="add mod">
          <ac:chgData name="Parameshwar, Vigneshwar" userId="8629fc09-83dd-4b82-b3df-b09f6748a99e" providerId="ADAL" clId="{43A96EDF-8884-41CB-873C-9C3BC445476A}" dt="2025-12-13T18:04:08.247" v="6506" actId="207"/>
          <ac:spMkLst>
            <pc:docMk/>
            <pc:sldMk cId="0" sldId="260"/>
            <ac:spMk id="5" creationId="{F08C2FDA-A31B-3B65-BD52-83EC425530F4}"/>
          </ac:spMkLst>
        </pc:spChg>
        <pc:spChg chg="mod">
          <ac:chgData name="Parameshwar, Vigneshwar" userId="8629fc09-83dd-4b82-b3df-b09f6748a99e" providerId="ADAL" clId="{43A96EDF-8884-41CB-873C-9C3BC445476A}" dt="2025-12-07T01:54:13.465" v="325" actId="20577"/>
          <ac:spMkLst>
            <pc:docMk/>
            <pc:sldMk cId="0" sldId="260"/>
            <ac:spMk id="89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13T17:57:15.711" v="6281" actId="20577"/>
          <ac:spMkLst>
            <pc:docMk/>
            <pc:sldMk cId="0" sldId="260"/>
            <ac:spMk id="90" creationId="{00000000-0000-0000-0000-000000000000}"/>
          </ac:spMkLst>
        </pc:spChg>
        <pc:picChg chg="add mod">
          <ac:chgData name="Parameshwar, Vigneshwar" userId="8629fc09-83dd-4b82-b3df-b09f6748a99e" providerId="ADAL" clId="{43A96EDF-8884-41CB-873C-9C3BC445476A}" dt="2025-12-13T18:01:33.020" v="6437" actId="14100"/>
          <ac:picMkLst>
            <pc:docMk/>
            <pc:sldMk cId="0" sldId="260"/>
            <ac:picMk id="3" creationId="{63301DD3-5903-2DD7-E02E-DBDFDC9C5C39}"/>
          </ac:picMkLst>
        </pc:picChg>
        <pc:picChg chg="add mod">
          <ac:chgData name="Parameshwar, Vigneshwar" userId="8629fc09-83dd-4b82-b3df-b09f6748a99e" providerId="ADAL" clId="{43A96EDF-8884-41CB-873C-9C3BC445476A}" dt="2025-12-13T18:01:25.626" v="6434" actId="1076"/>
          <ac:picMkLst>
            <pc:docMk/>
            <pc:sldMk cId="0" sldId="260"/>
            <ac:picMk id="1026" creationId="{BD06DB76-4016-90BF-BEF4-DC7BEE337E57}"/>
          </ac:picMkLst>
        </pc:picChg>
        <pc:picChg chg="add mod">
          <ac:chgData name="Parameshwar, Vigneshwar" userId="8629fc09-83dd-4b82-b3df-b09f6748a99e" providerId="ADAL" clId="{43A96EDF-8884-41CB-873C-9C3BC445476A}" dt="2025-12-13T18:01:17.024" v="6430" actId="1076"/>
          <ac:picMkLst>
            <pc:docMk/>
            <pc:sldMk cId="0" sldId="260"/>
            <ac:picMk id="1028" creationId="{14125F0E-0322-A6AB-7D22-41594F2EB49A}"/>
          </ac:picMkLst>
        </pc:picChg>
      </pc:sldChg>
      <pc:sldChg chg="addSp delSp modSp mod">
        <pc:chgData name="Parameshwar, Vigneshwar" userId="8629fc09-83dd-4b82-b3df-b09f6748a99e" providerId="ADAL" clId="{43A96EDF-8884-41CB-873C-9C3BC445476A}" dt="2025-12-13T18:14:48.603" v="6713" actId="20577"/>
        <pc:sldMkLst>
          <pc:docMk/>
          <pc:sldMk cId="0" sldId="263"/>
        </pc:sldMkLst>
        <pc:spChg chg="mod">
          <ac:chgData name="Parameshwar, Vigneshwar" userId="8629fc09-83dd-4b82-b3df-b09f6748a99e" providerId="ADAL" clId="{43A96EDF-8884-41CB-873C-9C3BC445476A}" dt="2025-12-08T05:47:07.418" v="3535" actId="20577"/>
          <ac:spMkLst>
            <pc:docMk/>
            <pc:sldMk cId="0" sldId="263"/>
            <ac:spMk id="124" creationId="{00000000-0000-0000-0000-000000000000}"/>
          </ac:spMkLst>
        </pc:spChg>
        <pc:graphicFrameChg chg="add mod modGraphic">
          <ac:chgData name="Parameshwar, Vigneshwar" userId="8629fc09-83dd-4b82-b3df-b09f6748a99e" providerId="ADAL" clId="{43A96EDF-8884-41CB-873C-9C3BC445476A}" dt="2025-12-13T18:14:48.603" v="6713" actId="20577"/>
          <ac:graphicFrameMkLst>
            <pc:docMk/>
            <pc:sldMk cId="0" sldId="263"/>
            <ac:graphicFrameMk id="2" creationId="{9EB367A9-4639-B003-3CE1-54A6E86E3750}"/>
          </ac:graphicFrameMkLst>
        </pc:graphicFrameChg>
      </pc:sldChg>
      <pc:sldChg chg="addSp delSp modSp del mod">
        <pc:chgData name="Parameshwar, Vigneshwar" userId="8629fc09-83dd-4b82-b3df-b09f6748a99e" providerId="ADAL" clId="{43A96EDF-8884-41CB-873C-9C3BC445476A}" dt="2025-12-13T04:13:10.919" v="5593" actId="47"/>
        <pc:sldMkLst>
          <pc:docMk/>
          <pc:sldMk cId="0" sldId="264"/>
        </pc:sldMkLst>
        <pc:spChg chg="mod">
          <ac:chgData name="Parameshwar, Vigneshwar" userId="8629fc09-83dd-4b82-b3df-b09f6748a99e" providerId="ADAL" clId="{43A96EDF-8884-41CB-873C-9C3BC445476A}" dt="2025-12-13T04:12:54.226" v="5590" actId="20577"/>
          <ac:spMkLst>
            <pc:docMk/>
            <pc:sldMk cId="0" sldId="264"/>
            <ac:spMk id="131" creationId="{00000000-0000-0000-0000-000000000000}"/>
          </ac:spMkLst>
        </pc:spChg>
        <pc:picChg chg="mod">
          <ac:chgData name="Parameshwar, Vigneshwar" userId="8629fc09-83dd-4b82-b3df-b09f6748a99e" providerId="ADAL" clId="{43A96EDF-8884-41CB-873C-9C3BC445476A}" dt="2025-12-13T04:12:58.489" v="5591" actId="1076"/>
          <ac:picMkLst>
            <pc:docMk/>
            <pc:sldMk cId="0" sldId="264"/>
            <ac:picMk id="134" creationId="{00000000-0000-0000-0000-000000000000}"/>
          </ac:picMkLst>
        </pc:picChg>
      </pc:sldChg>
      <pc:sldChg chg="addSp modSp mod">
        <pc:chgData name="Parameshwar, Vigneshwar" userId="8629fc09-83dd-4b82-b3df-b09f6748a99e" providerId="ADAL" clId="{43A96EDF-8884-41CB-873C-9C3BC445476A}" dt="2025-12-13T20:50:21.547" v="8460" actId="20577"/>
        <pc:sldMkLst>
          <pc:docMk/>
          <pc:sldMk cId="0" sldId="265"/>
        </pc:sldMkLst>
        <pc:spChg chg="mod">
          <ac:chgData name="Parameshwar, Vigneshwar" userId="8629fc09-83dd-4b82-b3df-b09f6748a99e" providerId="ADAL" clId="{43A96EDF-8884-41CB-873C-9C3BC445476A}" dt="2025-12-07T01:57:31.685" v="412" actId="20577"/>
          <ac:spMkLst>
            <pc:docMk/>
            <pc:sldMk cId="0" sldId="265"/>
            <ac:spMk id="141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13T20:50:21.547" v="8460" actId="20577"/>
          <ac:spMkLst>
            <pc:docMk/>
            <pc:sldMk cId="0" sldId="265"/>
            <ac:spMk id="142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08T05:47:19.307" v="3540" actId="20577"/>
          <ac:spMkLst>
            <pc:docMk/>
            <pc:sldMk cId="0" sldId="265"/>
            <ac:spMk id="143" creationId="{00000000-0000-0000-0000-000000000000}"/>
          </ac:spMkLst>
        </pc:spChg>
      </pc:sldChg>
      <pc:sldChg chg="addSp delSp modSp mod">
        <pc:chgData name="Parameshwar, Vigneshwar" userId="8629fc09-83dd-4b82-b3df-b09f6748a99e" providerId="ADAL" clId="{43A96EDF-8884-41CB-873C-9C3BC445476A}" dt="2025-12-09T04:12:40.387" v="5545" actId="20577"/>
        <pc:sldMkLst>
          <pc:docMk/>
          <pc:sldMk cId="0" sldId="272"/>
        </pc:sldMkLst>
        <pc:spChg chg="mod">
          <ac:chgData name="Parameshwar, Vigneshwar" userId="8629fc09-83dd-4b82-b3df-b09f6748a99e" providerId="ADAL" clId="{43A96EDF-8884-41CB-873C-9C3BC445476A}" dt="2025-12-07T02:00:51.538" v="667" actId="20577"/>
          <ac:spMkLst>
            <pc:docMk/>
            <pc:sldMk cId="0" sldId="272"/>
            <ac:spMk id="196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09T04:12:40.387" v="5545" actId="20577"/>
          <ac:spMkLst>
            <pc:docMk/>
            <pc:sldMk cId="0" sldId="272"/>
            <ac:spMk id="199" creationId="{00000000-0000-0000-0000-000000000000}"/>
          </ac:spMkLst>
        </pc:spChg>
        <pc:picChg chg="add mod">
          <ac:chgData name="Parameshwar, Vigneshwar" userId="8629fc09-83dd-4b82-b3df-b09f6748a99e" providerId="ADAL" clId="{43A96EDF-8884-41CB-873C-9C3BC445476A}" dt="2025-12-08T18:43:22.852" v="3559" actId="14100"/>
          <ac:picMkLst>
            <pc:docMk/>
            <pc:sldMk cId="0" sldId="272"/>
            <ac:picMk id="3" creationId="{B274CD7C-92CC-E568-1267-316DB4B5E987}"/>
          </ac:picMkLst>
        </pc:picChg>
        <pc:picChg chg="add mod">
          <ac:chgData name="Parameshwar, Vigneshwar" userId="8629fc09-83dd-4b82-b3df-b09f6748a99e" providerId="ADAL" clId="{43A96EDF-8884-41CB-873C-9C3BC445476A}" dt="2025-12-08T18:43:20.666" v="3558" actId="14100"/>
          <ac:picMkLst>
            <pc:docMk/>
            <pc:sldMk cId="0" sldId="272"/>
            <ac:picMk id="5" creationId="{F479E863-A258-4729-A92D-5577722DB199}"/>
          </ac:picMkLst>
        </pc:picChg>
      </pc:sldChg>
      <pc:sldChg chg="addSp delSp modSp mod ord">
        <pc:chgData name="Parameshwar, Vigneshwar" userId="8629fc09-83dd-4b82-b3df-b09f6748a99e" providerId="ADAL" clId="{43A96EDF-8884-41CB-873C-9C3BC445476A}" dt="2025-12-09T04:12:35.565" v="5543" actId="20577"/>
        <pc:sldMkLst>
          <pc:docMk/>
          <pc:sldMk cId="0" sldId="273"/>
        </pc:sldMkLst>
        <pc:spChg chg="mod">
          <ac:chgData name="Parameshwar, Vigneshwar" userId="8629fc09-83dd-4b82-b3df-b09f6748a99e" providerId="ADAL" clId="{43A96EDF-8884-41CB-873C-9C3BC445476A}" dt="2025-12-07T02:01:01.023" v="718" actId="20577"/>
          <ac:spMkLst>
            <pc:docMk/>
            <pc:sldMk cId="0" sldId="273"/>
            <ac:spMk id="204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09T04:12:35.565" v="5543" actId="20577"/>
          <ac:spMkLst>
            <pc:docMk/>
            <pc:sldMk cId="0" sldId="273"/>
            <ac:spMk id="207" creationId="{00000000-0000-0000-0000-000000000000}"/>
          </ac:spMkLst>
        </pc:spChg>
        <pc:picChg chg="add mod">
          <ac:chgData name="Parameshwar, Vigneshwar" userId="8629fc09-83dd-4b82-b3df-b09f6748a99e" providerId="ADAL" clId="{43A96EDF-8884-41CB-873C-9C3BC445476A}" dt="2025-12-08T18:44:27.073" v="3574" actId="14100"/>
          <ac:picMkLst>
            <pc:docMk/>
            <pc:sldMk cId="0" sldId="273"/>
            <ac:picMk id="3" creationId="{4ABA0DAF-6AF1-DDAF-5756-BFAFD6FAE37C}"/>
          </ac:picMkLst>
        </pc:picChg>
        <pc:picChg chg="add mod">
          <ac:chgData name="Parameshwar, Vigneshwar" userId="8629fc09-83dd-4b82-b3df-b09f6748a99e" providerId="ADAL" clId="{43A96EDF-8884-41CB-873C-9C3BC445476A}" dt="2025-12-08T18:44:29.925" v="3575" actId="14100"/>
          <ac:picMkLst>
            <pc:docMk/>
            <pc:sldMk cId="0" sldId="273"/>
            <ac:picMk id="5" creationId="{71E7797D-ACE9-39D2-B01D-659283516802}"/>
          </ac:picMkLst>
        </pc:picChg>
      </pc:sldChg>
      <pc:sldChg chg="addSp delSp modSp add del mod">
        <pc:chgData name="Parameshwar, Vigneshwar" userId="8629fc09-83dd-4b82-b3df-b09f6748a99e" providerId="ADAL" clId="{43A96EDF-8884-41CB-873C-9C3BC445476A}" dt="2025-12-09T04:12:45.162" v="5547" actId="20577"/>
        <pc:sldMkLst>
          <pc:docMk/>
          <pc:sldMk cId="0" sldId="274"/>
        </pc:sldMkLst>
        <pc:spChg chg="mod">
          <ac:chgData name="Parameshwar, Vigneshwar" userId="8629fc09-83dd-4b82-b3df-b09f6748a99e" providerId="ADAL" clId="{43A96EDF-8884-41CB-873C-9C3BC445476A}" dt="2025-12-07T02:01:10.794" v="762" actId="20577"/>
          <ac:spMkLst>
            <pc:docMk/>
            <pc:sldMk cId="0" sldId="274"/>
            <ac:spMk id="212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09T04:12:45.162" v="5547" actId="20577"/>
          <ac:spMkLst>
            <pc:docMk/>
            <pc:sldMk cId="0" sldId="274"/>
            <ac:spMk id="215" creationId="{00000000-0000-0000-0000-000000000000}"/>
          </ac:spMkLst>
        </pc:spChg>
        <pc:picChg chg="add mod">
          <ac:chgData name="Parameshwar, Vigneshwar" userId="8629fc09-83dd-4b82-b3df-b09f6748a99e" providerId="ADAL" clId="{43A96EDF-8884-41CB-873C-9C3BC445476A}" dt="2025-12-08T18:45:20.727" v="3590" actId="14100"/>
          <ac:picMkLst>
            <pc:docMk/>
            <pc:sldMk cId="0" sldId="274"/>
            <ac:picMk id="3" creationId="{983EC603-E568-CBF7-E2EC-7FE4130178C0}"/>
          </ac:picMkLst>
        </pc:picChg>
        <pc:picChg chg="add mod">
          <ac:chgData name="Parameshwar, Vigneshwar" userId="8629fc09-83dd-4b82-b3df-b09f6748a99e" providerId="ADAL" clId="{43A96EDF-8884-41CB-873C-9C3BC445476A}" dt="2025-12-08T18:45:25.685" v="3592" actId="14100"/>
          <ac:picMkLst>
            <pc:docMk/>
            <pc:sldMk cId="0" sldId="274"/>
            <ac:picMk id="5" creationId="{723F27EC-F8E6-F8B5-4FDB-D9185399461B}"/>
          </ac:picMkLst>
        </pc:picChg>
      </pc:sldChg>
      <pc:sldChg chg="modSp mod">
        <pc:chgData name="Parameshwar, Vigneshwar" userId="8629fc09-83dd-4b82-b3df-b09f6748a99e" providerId="ADAL" clId="{43A96EDF-8884-41CB-873C-9C3BC445476A}" dt="2025-12-13T18:51:35.949" v="8439" actId="6549"/>
        <pc:sldMkLst>
          <pc:docMk/>
          <pc:sldMk cId="0" sldId="279"/>
        </pc:sldMkLst>
        <pc:spChg chg="mod">
          <ac:chgData name="Parameshwar, Vigneshwar" userId="8629fc09-83dd-4b82-b3df-b09f6748a99e" providerId="ADAL" clId="{43A96EDF-8884-41CB-873C-9C3BC445476A}" dt="2025-12-07T02:01:35.090" v="789" actId="20577"/>
          <ac:spMkLst>
            <pc:docMk/>
            <pc:sldMk cId="0" sldId="279"/>
            <ac:spMk id="249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13T18:51:35.949" v="8439" actId="6549"/>
          <ac:spMkLst>
            <pc:docMk/>
            <pc:sldMk cId="0" sldId="279"/>
            <ac:spMk id="250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09T04:13:20.209" v="5559" actId="20577"/>
          <ac:spMkLst>
            <pc:docMk/>
            <pc:sldMk cId="0" sldId="279"/>
            <ac:spMk id="251" creationId="{00000000-0000-0000-0000-000000000000}"/>
          </ac:spMkLst>
        </pc:spChg>
      </pc:sldChg>
      <pc:sldChg chg="modSp mod">
        <pc:chgData name="Parameshwar, Vigneshwar" userId="8629fc09-83dd-4b82-b3df-b09f6748a99e" providerId="ADAL" clId="{43A96EDF-8884-41CB-873C-9C3BC445476A}" dt="2025-12-13T04:26:43.894" v="5652" actId="20577"/>
        <pc:sldMkLst>
          <pc:docMk/>
          <pc:sldMk cId="0" sldId="280"/>
        </pc:sldMkLst>
        <pc:spChg chg="mod">
          <ac:chgData name="Parameshwar, Vigneshwar" userId="8629fc09-83dd-4b82-b3df-b09f6748a99e" providerId="ADAL" clId="{43A96EDF-8884-41CB-873C-9C3BC445476A}" dt="2025-12-13T04:26:43.894" v="5652" actId="20577"/>
          <ac:spMkLst>
            <pc:docMk/>
            <pc:sldMk cId="0" sldId="280"/>
            <ac:spMk id="257" creationId="{00000000-0000-0000-0000-000000000000}"/>
          </ac:spMkLst>
        </pc:spChg>
        <pc:spChg chg="mod">
          <ac:chgData name="Parameshwar, Vigneshwar" userId="8629fc09-83dd-4b82-b3df-b09f6748a99e" providerId="ADAL" clId="{43A96EDF-8884-41CB-873C-9C3BC445476A}" dt="2025-12-09T04:13:24.547" v="5561" actId="20577"/>
          <ac:spMkLst>
            <pc:docMk/>
            <pc:sldMk cId="0" sldId="280"/>
            <ac:spMk id="258" creationId="{00000000-0000-0000-0000-000000000000}"/>
          </ac:spMkLst>
        </pc:spChg>
      </pc:sldChg>
      <pc:sldChg chg="addSp modSp mod">
        <pc:chgData name="Parameshwar, Vigneshwar" userId="8629fc09-83dd-4b82-b3df-b09f6748a99e" providerId="ADAL" clId="{43A96EDF-8884-41CB-873C-9C3BC445476A}" dt="2025-12-09T04:13:29.022" v="5563" actId="20577"/>
        <pc:sldMkLst>
          <pc:docMk/>
          <pc:sldMk cId="0" sldId="281"/>
        </pc:sldMkLst>
        <pc:spChg chg="add mod">
          <ac:chgData name="Parameshwar, Vigneshwar" userId="8629fc09-83dd-4b82-b3df-b09f6748a99e" providerId="ADAL" clId="{43A96EDF-8884-41CB-873C-9C3BC445476A}" dt="2025-12-09T04:13:29.022" v="5563" actId="20577"/>
          <ac:spMkLst>
            <pc:docMk/>
            <pc:sldMk cId="0" sldId="281"/>
            <ac:spMk id="2" creationId="{B5A39A1D-247B-8FA9-11DB-4B0527993B40}"/>
          </ac:spMkLst>
        </pc:spChg>
      </pc:sldChg>
      <pc:sldChg chg="modSp add mod modNotesTx">
        <pc:chgData name="Parameshwar, Vigneshwar" userId="8629fc09-83dd-4b82-b3df-b09f6748a99e" providerId="ADAL" clId="{43A96EDF-8884-41CB-873C-9C3BC445476A}" dt="2025-12-13T18:04:18.635" v="6508" actId="20577"/>
        <pc:sldMkLst>
          <pc:docMk/>
          <pc:sldMk cId="34258760" sldId="282"/>
        </pc:sldMkLst>
        <pc:spChg chg="mod">
          <ac:chgData name="Parameshwar, Vigneshwar" userId="8629fc09-83dd-4b82-b3df-b09f6748a99e" providerId="ADAL" clId="{43A96EDF-8884-41CB-873C-9C3BC445476A}" dt="2025-12-13T18:04:18.635" v="6508" actId="20577"/>
          <ac:spMkLst>
            <pc:docMk/>
            <pc:sldMk cId="34258760" sldId="282"/>
            <ac:spMk id="90" creationId="{ED8A3E1D-0F47-CE70-A278-A64A88F659C6}"/>
          </ac:spMkLst>
        </pc:spChg>
        <pc:spChg chg="mod">
          <ac:chgData name="Parameshwar, Vigneshwar" userId="8629fc09-83dd-4b82-b3df-b09f6748a99e" providerId="ADAL" clId="{43A96EDF-8884-41CB-873C-9C3BC445476A}" dt="2025-12-08T05:46:42.256" v="3533" actId="20577"/>
          <ac:spMkLst>
            <pc:docMk/>
            <pc:sldMk cId="34258760" sldId="282"/>
            <ac:spMk id="91" creationId="{F08D7BF1-C5CF-24A6-EAED-9DCD256EFCEF}"/>
          </ac:spMkLst>
        </pc:spChg>
      </pc:sldChg>
      <pc:sldChg chg="addSp delSp modSp add mod">
        <pc:chgData name="Parameshwar, Vigneshwar" userId="8629fc09-83dd-4b82-b3df-b09f6748a99e" providerId="ADAL" clId="{43A96EDF-8884-41CB-873C-9C3BC445476A}" dt="2025-12-13T20:20:41.628" v="8454" actId="14100"/>
        <pc:sldMkLst>
          <pc:docMk/>
          <pc:sldMk cId="366547506" sldId="283"/>
        </pc:sldMkLst>
        <pc:spChg chg="add mod">
          <ac:chgData name="Parameshwar, Vigneshwar" userId="8629fc09-83dd-4b82-b3df-b09f6748a99e" providerId="ADAL" clId="{43A96EDF-8884-41CB-873C-9C3BC445476A}" dt="2025-12-09T04:09:13.490" v="5498" actId="14100"/>
          <ac:spMkLst>
            <pc:docMk/>
            <pc:sldMk cId="366547506" sldId="283"/>
            <ac:spMk id="6" creationId="{4BA22E6D-885D-9F4B-28AC-2C1F9A063E1B}"/>
          </ac:spMkLst>
        </pc:spChg>
        <pc:spChg chg="mod">
          <ac:chgData name="Parameshwar, Vigneshwar" userId="8629fc09-83dd-4b82-b3df-b09f6748a99e" providerId="ADAL" clId="{43A96EDF-8884-41CB-873C-9C3BC445476A}" dt="2025-12-08T05:45:32.839" v="3482" actId="20577"/>
          <ac:spMkLst>
            <pc:docMk/>
            <pc:sldMk cId="366547506" sldId="283"/>
            <ac:spMk id="212" creationId="{0791CD0B-3E16-AF70-5DE0-97E2364507C2}"/>
          </ac:spMkLst>
        </pc:spChg>
        <pc:spChg chg="mod">
          <ac:chgData name="Parameshwar, Vigneshwar" userId="8629fc09-83dd-4b82-b3df-b09f6748a99e" providerId="ADAL" clId="{43A96EDF-8884-41CB-873C-9C3BC445476A}" dt="2025-12-09T04:12:55.385" v="5551" actId="20577"/>
          <ac:spMkLst>
            <pc:docMk/>
            <pc:sldMk cId="366547506" sldId="283"/>
            <ac:spMk id="215" creationId="{F1BE16BA-FD11-0682-1A3B-35CB38A09941}"/>
          </ac:spMkLst>
        </pc:spChg>
        <pc:picChg chg="add mod">
          <ac:chgData name="Parameshwar, Vigneshwar" userId="8629fc09-83dd-4b82-b3df-b09f6748a99e" providerId="ADAL" clId="{43A96EDF-8884-41CB-873C-9C3BC445476A}" dt="2025-12-13T20:20:41.628" v="8454" actId="14100"/>
          <ac:picMkLst>
            <pc:docMk/>
            <pc:sldMk cId="366547506" sldId="283"/>
            <ac:picMk id="3" creationId="{418FE510-F808-D674-7DE0-9EE46A0EC333}"/>
          </ac:picMkLst>
        </pc:picChg>
        <pc:picChg chg="add mod">
          <ac:chgData name="Parameshwar, Vigneshwar" userId="8629fc09-83dd-4b82-b3df-b09f6748a99e" providerId="ADAL" clId="{43A96EDF-8884-41CB-873C-9C3BC445476A}" dt="2025-12-09T04:09:22.926" v="5520" actId="1036"/>
          <ac:picMkLst>
            <pc:docMk/>
            <pc:sldMk cId="366547506" sldId="283"/>
            <ac:picMk id="5" creationId="{1EAF8E74-11D6-3677-B1A7-A2211E95C08F}"/>
          </ac:picMkLst>
        </pc:picChg>
      </pc:sldChg>
      <pc:sldChg chg="addSp delSp modSp add mod">
        <pc:chgData name="Parameshwar, Vigneshwar" userId="8629fc09-83dd-4b82-b3df-b09f6748a99e" providerId="ADAL" clId="{43A96EDF-8884-41CB-873C-9C3BC445476A}" dt="2025-12-13T18:36:15.429" v="7185" actId="115"/>
        <pc:sldMkLst>
          <pc:docMk/>
          <pc:sldMk cId="635208682" sldId="284"/>
        </pc:sldMkLst>
        <pc:spChg chg="add mod">
          <ac:chgData name="Parameshwar, Vigneshwar" userId="8629fc09-83dd-4b82-b3df-b09f6748a99e" providerId="ADAL" clId="{43A96EDF-8884-41CB-873C-9C3BC445476A}" dt="2025-12-13T18:36:15.429" v="7185" actId="115"/>
          <ac:spMkLst>
            <pc:docMk/>
            <pc:sldMk cId="635208682" sldId="284"/>
            <ac:spMk id="6" creationId="{F7347EB3-8C95-E707-C8F7-0305D0D0186B}"/>
          </ac:spMkLst>
        </pc:spChg>
        <pc:spChg chg="mod">
          <ac:chgData name="Parameshwar, Vigneshwar" userId="8629fc09-83dd-4b82-b3df-b09f6748a99e" providerId="ADAL" clId="{43A96EDF-8884-41CB-873C-9C3BC445476A}" dt="2025-12-08T05:43:06.806" v="3378" actId="6549"/>
          <ac:spMkLst>
            <pc:docMk/>
            <pc:sldMk cId="635208682" sldId="284"/>
            <ac:spMk id="212" creationId="{595D7C6E-38C5-7E22-3D98-D6B025DA5B4D}"/>
          </ac:spMkLst>
        </pc:spChg>
        <pc:picChg chg="add mod">
          <ac:chgData name="Parameshwar, Vigneshwar" userId="8629fc09-83dd-4b82-b3df-b09f6748a99e" providerId="ADAL" clId="{43A96EDF-8884-41CB-873C-9C3BC445476A}" dt="2025-12-09T04:08:17.677" v="5474" actId="14100"/>
          <ac:picMkLst>
            <pc:docMk/>
            <pc:sldMk cId="635208682" sldId="284"/>
            <ac:picMk id="3" creationId="{DC92620C-EA1F-D806-7A06-12E5FFBF018F}"/>
          </ac:picMkLst>
        </pc:picChg>
        <pc:picChg chg="add mod">
          <ac:chgData name="Parameshwar, Vigneshwar" userId="8629fc09-83dd-4b82-b3df-b09f6748a99e" providerId="ADAL" clId="{43A96EDF-8884-41CB-873C-9C3BC445476A}" dt="2025-12-09T04:08:20.542" v="5475" actId="14100"/>
          <ac:picMkLst>
            <pc:docMk/>
            <pc:sldMk cId="635208682" sldId="284"/>
            <ac:picMk id="5" creationId="{2BC67992-2633-6D89-20AE-549D68180BA5}"/>
          </ac:picMkLst>
        </pc:picChg>
      </pc:sldChg>
      <pc:sldChg chg="addSp delSp modSp add mod">
        <pc:chgData name="Parameshwar, Vigneshwar" userId="8629fc09-83dd-4b82-b3df-b09f6748a99e" providerId="ADAL" clId="{43A96EDF-8884-41CB-873C-9C3BC445476A}" dt="2025-12-13T18:35:36.087" v="7183" actId="115"/>
        <pc:sldMkLst>
          <pc:docMk/>
          <pc:sldMk cId="1802915666" sldId="285"/>
        </pc:sldMkLst>
        <pc:spChg chg="add mod">
          <ac:chgData name="Parameshwar, Vigneshwar" userId="8629fc09-83dd-4b82-b3df-b09f6748a99e" providerId="ADAL" clId="{43A96EDF-8884-41CB-873C-9C3BC445476A}" dt="2025-12-13T18:35:36.087" v="7183" actId="115"/>
          <ac:spMkLst>
            <pc:docMk/>
            <pc:sldMk cId="1802915666" sldId="285"/>
            <ac:spMk id="6" creationId="{4722BF76-4C4F-6087-0FA3-BDCFB97221AB}"/>
          </ac:spMkLst>
        </pc:spChg>
        <pc:spChg chg="mod">
          <ac:chgData name="Parameshwar, Vigneshwar" userId="8629fc09-83dd-4b82-b3df-b09f6748a99e" providerId="ADAL" clId="{43A96EDF-8884-41CB-873C-9C3BC445476A}" dt="2025-12-09T04:13:09.832" v="5557" actId="20577"/>
          <ac:spMkLst>
            <pc:docMk/>
            <pc:sldMk cId="1802915666" sldId="285"/>
            <ac:spMk id="215" creationId="{5F78B83A-DAE7-5770-E194-489F071BC2FE}"/>
          </ac:spMkLst>
        </pc:spChg>
        <pc:picChg chg="add mod">
          <ac:chgData name="Parameshwar, Vigneshwar" userId="8629fc09-83dd-4b82-b3df-b09f6748a99e" providerId="ADAL" clId="{43A96EDF-8884-41CB-873C-9C3BC445476A}" dt="2025-12-09T04:07:44.100" v="5468" actId="14100"/>
          <ac:picMkLst>
            <pc:docMk/>
            <pc:sldMk cId="1802915666" sldId="285"/>
            <ac:picMk id="3" creationId="{E11931CA-D7B8-7853-1BD3-8AE4E32A0B8D}"/>
          </ac:picMkLst>
        </pc:picChg>
        <pc:picChg chg="add mod">
          <ac:chgData name="Parameshwar, Vigneshwar" userId="8629fc09-83dd-4b82-b3df-b09f6748a99e" providerId="ADAL" clId="{43A96EDF-8884-41CB-873C-9C3BC445476A}" dt="2025-12-09T04:07:46.591" v="5469" actId="14100"/>
          <ac:picMkLst>
            <pc:docMk/>
            <pc:sldMk cId="1802915666" sldId="285"/>
            <ac:picMk id="5" creationId="{38B41F91-8147-E7C2-55BA-07546763E793}"/>
          </ac:picMkLst>
        </pc:picChg>
      </pc:sldChg>
      <pc:sldChg chg="addSp delSp modSp add mod">
        <pc:chgData name="Parameshwar, Vigneshwar" userId="8629fc09-83dd-4b82-b3df-b09f6748a99e" providerId="ADAL" clId="{43A96EDF-8884-41CB-873C-9C3BC445476A}" dt="2025-12-13T18:35:28.790" v="7181" actId="20577"/>
        <pc:sldMkLst>
          <pc:docMk/>
          <pc:sldMk cId="1202763676" sldId="286"/>
        </pc:sldMkLst>
        <pc:spChg chg="add mod">
          <ac:chgData name="Parameshwar, Vigneshwar" userId="8629fc09-83dd-4b82-b3df-b09f6748a99e" providerId="ADAL" clId="{43A96EDF-8884-41CB-873C-9C3BC445476A}" dt="2025-12-13T18:35:28.790" v="7181" actId="20577"/>
          <ac:spMkLst>
            <pc:docMk/>
            <pc:sldMk cId="1202763676" sldId="286"/>
            <ac:spMk id="6" creationId="{3B73BEBC-D852-3D2D-C4E2-B8500AFF3FA1}"/>
          </ac:spMkLst>
        </pc:spChg>
        <pc:spChg chg="mod">
          <ac:chgData name="Parameshwar, Vigneshwar" userId="8629fc09-83dd-4b82-b3df-b09f6748a99e" providerId="ADAL" clId="{43A96EDF-8884-41CB-873C-9C3BC445476A}" dt="2025-12-09T04:13:05.200" v="5555" actId="20577"/>
          <ac:spMkLst>
            <pc:docMk/>
            <pc:sldMk cId="1202763676" sldId="286"/>
            <ac:spMk id="215" creationId="{BB1EDD49-476E-1FF2-9BB0-AE82526B9B14}"/>
          </ac:spMkLst>
        </pc:spChg>
        <pc:picChg chg="add mod">
          <ac:chgData name="Parameshwar, Vigneshwar" userId="8629fc09-83dd-4b82-b3df-b09f6748a99e" providerId="ADAL" clId="{43A96EDF-8884-41CB-873C-9C3BC445476A}" dt="2025-12-09T04:06:33.274" v="5432" actId="14100"/>
          <ac:picMkLst>
            <pc:docMk/>
            <pc:sldMk cId="1202763676" sldId="286"/>
            <ac:picMk id="3" creationId="{ED05C774-615E-119F-AB54-6A6DA8C10A53}"/>
          </ac:picMkLst>
        </pc:picChg>
        <pc:picChg chg="add mod">
          <ac:chgData name="Parameshwar, Vigneshwar" userId="8629fc09-83dd-4b82-b3df-b09f6748a99e" providerId="ADAL" clId="{43A96EDF-8884-41CB-873C-9C3BC445476A}" dt="2025-12-09T04:06:38.390" v="5433" actId="14100"/>
          <ac:picMkLst>
            <pc:docMk/>
            <pc:sldMk cId="1202763676" sldId="286"/>
            <ac:picMk id="5" creationId="{94BCFEA4-1C25-416F-16FD-5F6561E8C3BE}"/>
          </ac:picMkLst>
        </pc:picChg>
      </pc:sldChg>
      <pc:sldChg chg="addSp delSp modSp add mod ord">
        <pc:chgData name="Parameshwar, Vigneshwar" userId="8629fc09-83dd-4b82-b3df-b09f6748a99e" providerId="ADAL" clId="{43A96EDF-8884-41CB-873C-9C3BC445476A}" dt="2025-12-13T18:31:41.362" v="7116" actId="20577"/>
        <pc:sldMkLst>
          <pc:docMk/>
          <pc:sldMk cId="1409482127" sldId="287"/>
        </pc:sldMkLst>
        <pc:spChg chg="add mod">
          <ac:chgData name="Parameshwar, Vigneshwar" userId="8629fc09-83dd-4b82-b3df-b09f6748a99e" providerId="ADAL" clId="{43A96EDF-8884-41CB-873C-9C3BC445476A}" dt="2025-12-13T18:31:41.362" v="7116" actId="20577"/>
          <ac:spMkLst>
            <pc:docMk/>
            <pc:sldMk cId="1409482127" sldId="287"/>
            <ac:spMk id="6" creationId="{D69698C9-971D-6BA4-F35D-92A9FB3693FF}"/>
          </ac:spMkLst>
        </pc:spChg>
        <pc:spChg chg="mod">
          <ac:chgData name="Parameshwar, Vigneshwar" userId="8629fc09-83dd-4b82-b3df-b09f6748a99e" providerId="ADAL" clId="{43A96EDF-8884-41CB-873C-9C3BC445476A}" dt="2025-12-08T05:45:49.642" v="3527" actId="20577"/>
          <ac:spMkLst>
            <pc:docMk/>
            <pc:sldMk cId="1409482127" sldId="287"/>
            <ac:spMk id="212" creationId="{E8B2CB57-751C-7EA9-6834-929AAF7F90C7}"/>
          </ac:spMkLst>
        </pc:spChg>
        <pc:spChg chg="mod">
          <ac:chgData name="Parameshwar, Vigneshwar" userId="8629fc09-83dd-4b82-b3df-b09f6748a99e" providerId="ADAL" clId="{43A96EDF-8884-41CB-873C-9C3BC445476A}" dt="2025-12-09T04:12:50.122" v="5549" actId="20577"/>
          <ac:spMkLst>
            <pc:docMk/>
            <pc:sldMk cId="1409482127" sldId="287"/>
            <ac:spMk id="215" creationId="{815C7604-BF6F-ADE6-8AC4-828B89EC3EE9}"/>
          </ac:spMkLst>
        </pc:spChg>
        <pc:picChg chg="add mod">
          <ac:chgData name="Parameshwar, Vigneshwar" userId="8629fc09-83dd-4b82-b3df-b09f6748a99e" providerId="ADAL" clId="{43A96EDF-8884-41CB-873C-9C3BC445476A}" dt="2025-12-08T18:47:20.855" v="3620" actId="14100"/>
          <ac:picMkLst>
            <pc:docMk/>
            <pc:sldMk cId="1409482127" sldId="287"/>
            <ac:picMk id="3" creationId="{235DBD2E-E57D-6D68-BDED-347115E36A7C}"/>
          </ac:picMkLst>
        </pc:picChg>
        <pc:picChg chg="add mod">
          <ac:chgData name="Parameshwar, Vigneshwar" userId="8629fc09-83dd-4b82-b3df-b09f6748a99e" providerId="ADAL" clId="{43A96EDF-8884-41CB-873C-9C3BC445476A}" dt="2025-12-08T18:47:23.300" v="3621" actId="14100"/>
          <ac:picMkLst>
            <pc:docMk/>
            <pc:sldMk cId="1409482127" sldId="287"/>
            <ac:picMk id="5" creationId="{112D5C2F-9956-569D-6E02-4B50F99D391D}"/>
          </ac:picMkLst>
        </pc:picChg>
      </pc:sldChg>
      <pc:sldChg chg="addSp delSp modSp add mod">
        <pc:chgData name="Parameshwar, Vigneshwar" userId="8629fc09-83dd-4b82-b3df-b09f6748a99e" providerId="ADAL" clId="{43A96EDF-8884-41CB-873C-9C3BC445476A}" dt="2025-12-13T18:33:39.282" v="7124" actId="20577"/>
        <pc:sldMkLst>
          <pc:docMk/>
          <pc:sldMk cId="1129419951" sldId="288"/>
        </pc:sldMkLst>
        <pc:spChg chg="add mod">
          <ac:chgData name="Parameshwar, Vigneshwar" userId="8629fc09-83dd-4b82-b3df-b09f6748a99e" providerId="ADAL" clId="{43A96EDF-8884-41CB-873C-9C3BC445476A}" dt="2025-12-13T18:33:39.282" v="7124" actId="20577"/>
          <ac:spMkLst>
            <pc:docMk/>
            <pc:sldMk cId="1129419951" sldId="288"/>
            <ac:spMk id="6" creationId="{FD88F2C0-AF69-EF9D-FEE4-803B8E9DFF8B}"/>
          </ac:spMkLst>
        </pc:spChg>
        <pc:spChg chg="mod">
          <ac:chgData name="Parameshwar, Vigneshwar" userId="8629fc09-83dd-4b82-b3df-b09f6748a99e" providerId="ADAL" clId="{43A96EDF-8884-41CB-873C-9C3BC445476A}" dt="2025-12-09T04:13:01.065" v="5553" actId="20577"/>
          <ac:spMkLst>
            <pc:docMk/>
            <pc:sldMk cId="1129419951" sldId="288"/>
            <ac:spMk id="215" creationId="{DA2E07A1-8C01-8FBD-E54D-C804F47F1D37}"/>
          </ac:spMkLst>
        </pc:spChg>
        <pc:picChg chg="add mod">
          <ac:chgData name="Parameshwar, Vigneshwar" userId="8629fc09-83dd-4b82-b3df-b09f6748a99e" providerId="ADAL" clId="{43A96EDF-8884-41CB-873C-9C3BC445476A}" dt="2025-12-13T04:58:02.257" v="5657" actId="14100"/>
          <ac:picMkLst>
            <pc:docMk/>
            <pc:sldMk cId="1129419951" sldId="288"/>
            <ac:picMk id="2" creationId="{045A8AA7-38C5-B4FE-0AA4-4AA91E2FA338}"/>
          </ac:picMkLst>
        </pc:picChg>
        <pc:picChg chg="add del mod">
          <ac:chgData name="Parameshwar, Vigneshwar" userId="8629fc09-83dd-4b82-b3df-b09f6748a99e" providerId="ADAL" clId="{43A96EDF-8884-41CB-873C-9C3BC445476A}" dt="2025-12-13T04:57:40.881" v="5653" actId="478"/>
          <ac:picMkLst>
            <pc:docMk/>
            <pc:sldMk cId="1129419951" sldId="288"/>
            <ac:picMk id="3" creationId="{F6FD45D2-F46D-855D-7E73-DD29698A97DD}"/>
          </ac:picMkLst>
        </pc:picChg>
        <pc:picChg chg="add mod">
          <ac:chgData name="Parameshwar, Vigneshwar" userId="8629fc09-83dd-4b82-b3df-b09f6748a99e" providerId="ADAL" clId="{43A96EDF-8884-41CB-873C-9C3BC445476A}" dt="2025-12-13T04:58:35.289" v="5662" actId="14100"/>
          <ac:picMkLst>
            <pc:docMk/>
            <pc:sldMk cId="1129419951" sldId="288"/>
            <ac:picMk id="4" creationId="{6310B26B-79FA-D326-15BB-3CCC363860CF}"/>
          </ac:picMkLst>
        </pc:picChg>
        <pc:picChg chg="add del mod">
          <ac:chgData name="Parameshwar, Vigneshwar" userId="8629fc09-83dd-4b82-b3df-b09f6748a99e" providerId="ADAL" clId="{43A96EDF-8884-41CB-873C-9C3BC445476A}" dt="2025-12-13T04:58:04.146" v="5658" actId="478"/>
          <ac:picMkLst>
            <pc:docMk/>
            <pc:sldMk cId="1129419951" sldId="288"/>
            <ac:picMk id="5" creationId="{F73673BF-1BA2-CA1B-1B65-5480F3BD1380}"/>
          </ac:picMkLst>
        </pc:picChg>
      </pc:sldChg>
      <pc:sldChg chg="modSp add mod ord">
        <pc:chgData name="Parameshwar, Vigneshwar" userId="8629fc09-83dd-4b82-b3df-b09f6748a99e" providerId="ADAL" clId="{43A96EDF-8884-41CB-873C-9C3BC445476A}" dt="2025-12-13T18:34:24.071" v="7141" actId="20577"/>
        <pc:sldMkLst>
          <pc:docMk/>
          <pc:sldMk cId="152976243" sldId="289"/>
        </pc:sldMkLst>
        <pc:spChg chg="mod">
          <ac:chgData name="Parameshwar, Vigneshwar" userId="8629fc09-83dd-4b82-b3df-b09f6748a99e" providerId="ADAL" clId="{43A96EDF-8884-41CB-873C-9C3BC445476A}" dt="2025-12-13T18:34:24.071" v="7141" actId="20577"/>
          <ac:spMkLst>
            <pc:docMk/>
            <pc:sldMk cId="152976243" sldId="289"/>
            <ac:spMk id="141" creationId="{EC25D3EA-1F68-A81E-3D05-B7ADA43ECDDD}"/>
          </ac:spMkLst>
        </pc:spChg>
        <pc:spChg chg="mod">
          <ac:chgData name="Parameshwar, Vigneshwar" userId="8629fc09-83dd-4b82-b3df-b09f6748a99e" providerId="ADAL" clId="{43A96EDF-8884-41CB-873C-9C3BC445476A}" dt="2025-12-13T18:33:57.527" v="7131" actId="20577"/>
          <ac:spMkLst>
            <pc:docMk/>
            <pc:sldMk cId="152976243" sldId="289"/>
            <ac:spMk id="142" creationId="{B0A0A858-95B2-E4E7-3399-4747061BC338}"/>
          </ac:spMkLst>
        </pc:spChg>
        <pc:spChg chg="mod">
          <ac:chgData name="Parameshwar, Vigneshwar" userId="8629fc09-83dd-4b82-b3df-b09f6748a99e" providerId="ADAL" clId="{43A96EDF-8884-41CB-873C-9C3BC445476A}" dt="2025-12-09T04:12:26.785" v="5541" actId="20577"/>
          <ac:spMkLst>
            <pc:docMk/>
            <pc:sldMk cId="152976243" sldId="289"/>
            <ac:spMk id="143" creationId="{DA8D3F21-2B0E-0128-D706-4A9916DDA03F}"/>
          </ac:spMkLst>
        </pc:spChg>
      </pc:sldChg>
      <pc:sldChg chg="modSp add mod">
        <pc:chgData name="Parameshwar, Vigneshwar" userId="8629fc09-83dd-4b82-b3df-b09f6748a99e" providerId="ADAL" clId="{43A96EDF-8884-41CB-873C-9C3BC445476A}" dt="2025-12-13T18:15:47.691" v="6761" actId="20577"/>
        <pc:sldMkLst>
          <pc:docMk/>
          <pc:sldMk cId="0" sldId="290"/>
        </pc:sldMkLst>
        <pc:spChg chg="mod">
          <ac:chgData name="Parameshwar, Vigneshwar" userId="8629fc09-83dd-4b82-b3df-b09f6748a99e" providerId="ADAL" clId="{43A96EDF-8884-41CB-873C-9C3BC445476A}" dt="2025-12-13T18:15:47.691" v="6761" actId="20577"/>
          <ac:spMkLst>
            <pc:docMk/>
            <pc:sldMk cId="0" sldId="290"/>
            <ac:spMk id="128" creationId="{00000000-0000-0000-0000-000000000000}"/>
          </ac:spMkLst>
        </pc:spChg>
      </pc:sldChg>
      <pc:sldChg chg="addSp delSp modSp add mod">
        <pc:chgData name="Parameshwar, Vigneshwar" userId="8629fc09-83dd-4b82-b3df-b09f6748a99e" providerId="ADAL" clId="{43A96EDF-8884-41CB-873C-9C3BC445476A}" dt="2025-12-13T18:47:16.892" v="8064" actId="14100"/>
        <pc:sldMkLst>
          <pc:docMk/>
          <pc:sldMk cId="2170973486" sldId="291"/>
        </pc:sldMkLst>
        <pc:spChg chg="mod">
          <ac:chgData name="Parameshwar, Vigneshwar" userId="8629fc09-83dd-4b82-b3df-b09f6748a99e" providerId="ADAL" clId="{43A96EDF-8884-41CB-873C-9C3BC445476A}" dt="2025-12-13T18:39:11.187" v="7250" actId="6549"/>
          <ac:spMkLst>
            <pc:docMk/>
            <pc:sldMk cId="2170973486" sldId="291"/>
            <ac:spMk id="6" creationId="{C4C623F6-501D-7042-4424-7C5C1E6DB8F5}"/>
          </ac:spMkLst>
        </pc:spChg>
        <pc:spChg chg="add mod">
          <ac:chgData name="Parameshwar, Vigneshwar" userId="8629fc09-83dd-4b82-b3df-b09f6748a99e" providerId="ADAL" clId="{43A96EDF-8884-41CB-873C-9C3BC445476A}" dt="2025-12-13T18:39:21.246" v="7275"/>
          <ac:spMkLst>
            <pc:docMk/>
            <pc:sldMk cId="2170973486" sldId="291"/>
            <ac:spMk id="10" creationId="{62602E6F-E93A-72ED-F516-8CA489468DC9}"/>
          </ac:spMkLst>
        </pc:spChg>
        <pc:spChg chg="add mod">
          <ac:chgData name="Parameshwar, Vigneshwar" userId="8629fc09-83dd-4b82-b3df-b09f6748a99e" providerId="ADAL" clId="{43A96EDF-8884-41CB-873C-9C3BC445476A}" dt="2025-12-13T18:47:07.381" v="8063" actId="6549"/>
          <ac:spMkLst>
            <pc:docMk/>
            <pc:sldMk cId="2170973486" sldId="291"/>
            <ac:spMk id="11" creationId="{6721670F-9EE6-B88F-33AA-FF0C0FAF183B}"/>
          </ac:spMkLst>
        </pc:spChg>
        <pc:spChg chg="mod">
          <ac:chgData name="Parameshwar, Vigneshwar" userId="8629fc09-83dd-4b82-b3df-b09f6748a99e" providerId="ADAL" clId="{43A96EDF-8884-41CB-873C-9C3BC445476A}" dt="2025-12-13T18:39:23.949" v="7277" actId="20577"/>
          <ac:spMkLst>
            <pc:docMk/>
            <pc:sldMk cId="2170973486" sldId="291"/>
            <ac:spMk id="212" creationId="{52833D24-6EB5-5392-5E26-0E3AB604C3A8}"/>
          </ac:spMkLst>
        </pc:spChg>
        <pc:picChg chg="del">
          <ac:chgData name="Parameshwar, Vigneshwar" userId="8629fc09-83dd-4b82-b3df-b09f6748a99e" providerId="ADAL" clId="{43A96EDF-8884-41CB-873C-9C3BC445476A}" dt="2025-12-13T18:37:08.979" v="7187" actId="478"/>
          <ac:picMkLst>
            <pc:docMk/>
            <pc:sldMk cId="2170973486" sldId="291"/>
            <ac:picMk id="3" creationId="{BD5A378E-3410-FA33-60C1-DEEBF2510709}"/>
          </ac:picMkLst>
        </pc:picChg>
        <pc:picChg chg="add del mod">
          <ac:chgData name="Parameshwar, Vigneshwar" userId="8629fc09-83dd-4b82-b3df-b09f6748a99e" providerId="ADAL" clId="{43A96EDF-8884-41CB-873C-9C3BC445476A}" dt="2025-12-13T18:38:32.744" v="7197" actId="478"/>
          <ac:picMkLst>
            <pc:docMk/>
            <pc:sldMk cId="2170973486" sldId="291"/>
            <ac:picMk id="4" creationId="{7125723E-349C-81C9-C10B-7F8044E11B10}"/>
          </ac:picMkLst>
        </pc:picChg>
        <pc:picChg chg="del">
          <ac:chgData name="Parameshwar, Vigneshwar" userId="8629fc09-83dd-4b82-b3df-b09f6748a99e" providerId="ADAL" clId="{43A96EDF-8884-41CB-873C-9C3BC445476A}" dt="2025-12-13T18:37:10.478" v="7188" actId="478"/>
          <ac:picMkLst>
            <pc:docMk/>
            <pc:sldMk cId="2170973486" sldId="291"/>
            <ac:picMk id="5" creationId="{7DD10265-EF39-E617-2CB8-C783C7BA0DA0}"/>
          </ac:picMkLst>
        </pc:picChg>
        <pc:picChg chg="add mod">
          <ac:chgData name="Parameshwar, Vigneshwar" userId="8629fc09-83dd-4b82-b3df-b09f6748a99e" providerId="ADAL" clId="{43A96EDF-8884-41CB-873C-9C3BC445476A}" dt="2025-12-13T18:38:33.019" v="7198"/>
          <ac:picMkLst>
            <pc:docMk/>
            <pc:sldMk cId="2170973486" sldId="291"/>
            <ac:picMk id="7" creationId="{C93FB34C-F2FD-AF1F-CDBA-54C2C28F6490}"/>
          </ac:picMkLst>
        </pc:picChg>
        <pc:picChg chg="add mod">
          <ac:chgData name="Parameshwar, Vigneshwar" userId="8629fc09-83dd-4b82-b3df-b09f6748a99e" providerId="ADAL" clId="{43A96EDF-8884-41CB-873C-9C3BC445476A}" dt="2025-12-13T18:47:16.892" v="8064" actId="14100"/>
          <ac:picMkLst>
            <pc:docMk/>
            <pc:sldMk cId="2170973486" sldId="291"/>
            <ac:picMk id="9" creationId="{9B92583F-88F4-103A-27C4-BC8E626CAA4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CFF6A8-3B79-4C3E-A309-E701164F82D6}" type="doc">
      <dgm:prSet loTypeId="urn:microsoft.com/office/officeart/2005/8/layout/h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E585077-C967-4D1E-829D-C9ED79EAF6A8}">
      <dgm:prSet phldrT="[Text]" phldr="0"/>
      <dgm:spPr/>
      <dgm:t>
        <a:bodyPr/>
        <a:lstStyle/>
        <a:p>
          <a:r>
            <a:rPr lang="en-US" dirty="0"/>
            <a:t>SVM</a:t>
          </a:r>
        </a:p>
      </dgm:t>
    </dgm:pt>
    <dgm:pt modelId="{C8865AB8-45B3-439C-970E-DB39278B6A6B}" type="parTrans" cxnId="{1A2018AD-1A5A-4CDE-B112-F3FB9E3F262F}">
      <dgm:prSet/>
      <dgm:spPr/>
      <dgm:t>
        <a:bodyPr/>
        <a:lstStyle/>
        <a:p>
          <a:endParaRPr lang="en-US"/>
        </a:p>
      </dgm:t>
    </dgm:pt>
    <dgm:pt modelId="{29751DDD-755D-4D00-B109-56DFA2C94078}" type="sibTrans" cxnId="{1A2018AD-1A5A-4CDE-B112-F3FB9E3F262F}">
      <dgm:prSet/>
      <dgm:spPr/>
      <dgm:t>
        <a:bodyPr/>
        <a:lstStyle/>
        <a:p>
          <a:endParaRPr lang="en-US"/>
        </a:p>
      </dgm:t>
    </dgm:pt>
    <dgm:pt modelId="{344CEAED-EA8F-46EF-8540-E39742D5FB7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solidFill>
                <a:schemeClr val="tx1"/>
              </a:solidFill>
            </a:rPr>
            <a:t>Radhika et al [2] and Yin et al [3] show SVM to be effective for temperature and precipitation forecasting</a:t>
          </a:r>
        </a:p>
      </dgm:t>
    </dgm:pt>
    <dgm:pt modelId="{A88AB5EC-9DCF-425D-BD66-B8ED7AAEE1EA}" type="parTrans" cxnId="{16998803-4F5C-462D-9877-6B25B1D5AA4E}">
      <dgm:prSet/>
      <dgm:spPr/>
      <dgm:t>
        <a:bodyPr/>
        <a:lstStyle/>
        <a:p>
          <a:endParaRPr lang="en-US"/>
        </a:p>
      </dgm:t>
    </dgm:pt>
    <dgm:pt modelId="{89C2C356-AA07-44AE-96F7-F02BBAFFB63E}" type="sibTrans" cxnId="{16998803-4F5C-462D-9877-6B25B1D5AA4E}">
      <dgm:prSet/>
      <dgm:spPr/>
      <dgm:t>
        <a:bodyPr/>
        <a:lstStyle/>
        <a:p>
          <a:endParaRPr lang="en-US"/>
        </a:p>
      </dgm:t>
    </dgm:pt>
    <dgm:pt modelId="{6B2F1C8D-4389-46AC-9877-FFE49840F93D}">
      <dgm:prSet phldrT="[Text]" phldr="0"/>
      <dgm:spPr/>
      <dgm:t>
        <a:bodyPr/>
        <a:lstStyle/>
        <a:p>
          <a:r>
            <a:rPr lang="en-US" dirty="0"/>
            <a:t>LSTM, NN, Hybrid approaches</a:t>
          </a:r>
        </a:p>
      </dgm:t>
    </dgm:pt>
    <dgm:pt modelId="{4F2916B0-4481-403F-AAE7-371B43490ECC}" type="parTrans" cxnId="{BB92610A-FB4E-4368-8BFB-EDFD24D7BA45}">
      <dgm:prSet/>
      <dgm:spPr/>
      <dgm:t>
        <a:bodyPr/>
        <a:lstStyle/>
        <a:p>
          <a:endParaRPr lang="en-US"/>
        </a:p>
      </dgm:t>
    </dgm:pt>
    <dgm:pt modelId="{D6328104-FBEE-49B5-B567-ABE6886626F6}" type="sibTrans" cxnId="{BB92610A-FB4E-4368-8BFB-EDFD24D7BA45}">
      <dgm:prSet/>
      <dgm:spPr/>
      <dgm:t>
        <a:bodyPr/>
        <a:lstStyle/>
        <a:p>
          <a:endParaRPr lang="en-US"/>
        </a:p>
      </dgm:t>
    </dgm:pt>
    <dgm:pt modelId="{D51021D6-2654-404D-9D8B-19CC5E0DA69F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El-Azab et al. [6] worked on </a:t>
          </a:r>
          <a:r>
            <a:rPr lang="en-US" sz="1000" u="sng" dirty="0">
              <a:solidFill>
                <a:schemeClr val="tx1"/>
              </a:solidFill>
            </a:rPr>
            <a:t>ISO New England region</a:t>
          </a:r>
          <a:r>
            <a:rPr lang="en-US" sz="1000" dirty="0">
              <a:solidFill>
                <a:schemeClr val="tx1"/>
              </a:solidFill>
            </a:rPr>
            <a:t> using ANFIS, LSTM, GRU, and ANN models. </a:t>
          </a:r>
        </a:p>
      </dgm:t>
    </dgm:pt>
    <dgm:pt modelId="{535E249D-4ADF-4716-AD4E-DAD1B0A80FB1}" type="parTrans" cxnId="{C99AE4D4-9150-44AC-BD05-5902F65DB0E0}">
      <dgm:prSet/>
      <dgm:spPr/>
      <dgm:t>
        <a:bodyPr/>
        <a:lstStyle/>
        <a:p>
          <a:endParaRPr lang="en-US"/>
        </a:p>
      </dgm:t>
    </dgm:pt>
    <dgm:pt modelId="{99A1D6B9-B0BE-438D-B625-AC0C7F7388B2}" type="sibTrans" cxnId="{C99AE4D4-9150-44AC-BD05-5902F65DB0E0}">
      <dgm:prSet/>
      <dgm:spPr/>
      <dgm:t>
        <a:bodyPr/>
        <a:lstStyle/>
        <a:p>
          <a:endParaRPr lang="en-US"/>
        </a:p>
      </dgm:t>
    </dgm:pt>
    <dgm:pt modelId="{C736AC87-850B-4AA5-9739-DAB28EBD0FCC}">
      <dgm:prSet phldrT="[Text]" phldr="0"/>
      <dgm:spPr/>
      <dgm:t>
        <a:bodyPr/>
        <a:lstStyle/>
        <a:p>
          <a:r>
            <a:rPr lang="en-US" dirty="0" err="1"/>
            <a:t>xAI</a:t>
          </a:r>
          <a:endParaRPr lang="en-US" dirty="0"/>
        </a:p>
      </dgm:t>
    </dgm:pt>
    <dgm:pt modelId="{0933EC9B-C7A6-4A2E-B98C-D380903620B2}" type="parTrans" cxnId="{82030FCF-8E81-4B9E-B2AC-66FC0B9B4845}">
      <dgm:prSet/>
      <dgm:spPr/>
      <dgm:t>
        <a:bodyPr/>
        <a:lstStyle/>
        <a:p>
          <a:endParaRPr lang="en-US"/>
        </a:p>
      </dgm:t>
    </dgm:pt>
    <dgm:pt modelId="{D20E2B2E-98AE-4523-A5FC-A1FFB3C37149}" type="sibTrans" cxnId="{82030FCF-8E81-4B9E-B2AC-66FC0B9B4845}">
      <dgm:prSet/>
      <dgm:spPr/>
      <dgm:t>
        <a:bodyPr/>
        <a:lstStyle/>
        <a:p>
          <a:endParaRPr lang="en-US"/>
        </a:p>
      </dgm:t>
    </dgm:pt>
    <dgm:pt modelId="{C790E100-6CBC-4C97-8EDF-BEB498962E6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solidFill>
                <a:schemeClr val="tx1"/>
              </a:solidFill>
            </a:rPr>
            <a:t>Cui et al. [9] </a:t>
          </a:r>
          <a:r>
            <a:rPr lang="en-US" sz="1100" b="0" u="none" dirty="0">
              <a:solidFill>
                <a:schemeClr val="tx1"/>
              </a:solidFill>
            </a:rPr>
            <a:t>showed</a:t>
          </a:r>
          <a:r>
            <a:rPr lang="en-US" sz="1100" b="1" u="sng" dirty="0">
              <a:solidFill>
                <a:schemeClr val="tx1"/>
              </a:solidFill>
            </a:rPr>
            <a:t> SHAP analysis</a:t>
          </a:r>
          <a:r>
            <a:rPr lang="en-US" sz="1100" dirty="0">
              <a:solidFill>
                <a:schemeClr val="tx1"/>
              </a:solidFill>
            </a:rPr>
            <a:t> provided interpretability, identifying common influential household characteristics and supporting the development of targeted, practical energy-efficiency strategies for the </a:t>
          </a:r>
          <a:r>
            <a:rPr lang="en-US" sz="1100" u="sng" dirty="0">
              <a:solidFill>
                <a:schemeClr val="tx1"/>
              </a:solidFill>
            </a:rPr>
            <a:t>U.S. residential sector.</a:t>
          </a:r>
        </a:p>
      </dgm:t>
    </dgm:pt>
    <dgm:pt modelId="{5CAB0FF0-C951-4226-8280-2C356F3A2829}" type="parTrans" cxnId="{B2E71D15-0D3A-4FB6-94F3-878E5A6BD2B8}">
      <dgm:prSet/>
      <dgm:spPr/>
      <dgm:t>
        <a:bodyPr/>
        <a:lstStyle/>
        <a:p>
          <a:endParaRPr lang="en-US"/>
        </a:p>
      </dgm:t>
    </dgm:pt>
    <dgm:pt modelId="{5B620F34-FC51-460D-B72E-55219AEFC4EE}" type="sibTrans" cxnId="{B2E71D15-0D3A-4FB6-94F3-878E5A6BD2B8}">
      <dgm:prSet/>
      <dgm:spPr/>
      <dgm:t>
        <a:bodyPr/>
        <a:lstStyle/>
        <a:p>
          <a:endParaRPr lang="en-US"/>
        </a:p>
      </dgm:t>
    </dgm:pt>
    <dgm:pt modelId="{E582315A-FE14-4185-9DE3-BBD6566B4EE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100" dirty="0">
            <a:solidFill>
              <a:schemeClr val="tx1"/>
            </a:solidFill>
          </a:endParaRPr>
        </a:p>
      </dgm:t>
    </dgm:pt>
    <dgm:pt modelId="{388748A5-7213-4B54-89A7-5F104F656BF9}" type="parTrans" cxnId="{F9F89338-D344-467C-B9D7-9488DBB1FCF8}">
      <dgm:prSet/>
      <dgm:spPr/>
      <dgm:t>
        <a:bodyPr/>
        <a:lstStyle/>
        <a:p>
          <a:endParaRPr lang="en-US"/>
        </a:p>
      </dgm:t>
    </dgm:pt>
    <dgm:pt modelId="{CDB5DC06-FB43-4951-A9CA-F8EB2E7B9C32}" type="sibTrans" cxnId="{F9F89338-D344-467C-B9D7-9488DBB1FCF8}">
      <dgm:prSet/>
      <dgm:spPr/>
      <dgm:t>
        <a:bodyPr/>
        <a:lstStyle/>
        <a:p>
          <a:endParaRPr lang="en-US"/>
        </a:p>
      </dgm:t>
    </dgm:pt>
    <dgm:pt modelId="{C3FA50E1-2806-411B-A2FE-74D644B8CC4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solidFill>
                <a:schemeClr val="tx1"/>
              </a:solidFill>
            </a:rPr>
            <a:t>Hasan et al. [4] showed that SVR outperformed traditional forecasting methods for rainfall prediction using six years of historical data</a:t>
          </a:r>
        </a:p>
      </dgm:t>
    </dgm:pt>
    <dgm:pt modelId="{D1629D14-F158-4AD3-80EF-214358FFFDC7}" type="parTrans" cxnId="{A44E65D5-0EB5-408E-ABF7-771D68D398F2}">
      <dgm:prSet/>
      <dgm:spPr/>
      <dgm:t>
        <a:bodyPr/>
        <a:lstStyle/>
        <a:p>
          <a:endParaRPr lang="en-US"/>
        </a:p>
      </dgm:t>
    </dgm:pt>
    <dgm:pt modelId="{32422EDF-CDD9-4ABF-AFB7-D4D48346AC52}" type="sibTrans" cxnId="{A44E65D5-0EB5-408E-ABF7-771D68D398F2}">
      <dgm:prSet/>
      <dgm:spPr/>
      <dgm:t>
        <a:bodyPr/>
        <a:lstStyle/>
        <a:p>
          <a:endParaRPr lang="en-US"/>
        </a:p>
      </dgm:t>
    </dgm:pt>
    <dgm:pt modelId="{A86CD55F-4E63-4F92-B261-392EAD6A1B6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>
              <a:solidFill>
                <a:schemeClr val="tx1"/>
              </a:solidFill>
            </a:rPr>
            <a:t>Wang et al. [5] improved temperature prediction accuracy by optimizing SVM regression, raising the coefficient of determination from ~0.8 to ~0.9.</a:t>
          </a:r>
        </a:p>
      </dgm:t>
    </dgm:pt>
    <dgm:pt modelId="{94421B36-E920-4A2F-96EA-EA0B3ABB1490}" type="parTrans" cxnId="{7287B85E-ABF7-4C7F-BD04-8103B1A58DA1}">
      <dgm:prSet/>
      <dgm:spPr/>
      <dgm:t>
        <a:bodyPr/>
        <a:lstStyle/>
        <a:p>
          <a:endParaRPr lang="en-US"/>
        </a:p>
      </dgm:t>
    </dgm:pt>
    <dgm:pt modelId="{8DECADF7-0A9B-4DC1-9042-45A4F0BBBF28}" type="sibTrans" cxnId="{7287B85E-ABF7-4C7F-BD04-8103B1A58DA1}">
      <dgm:prSet/>
      <dgm:spPr/>
      <dgm:t>
        <a:bodyPr/>
        <a:lstStyle/>
        <a:p>
          <a:endParaRPr lang="en-US"/>
        </a:p>
      </dgm:t>
    </dgm:pt>
    <dgm:pt modelId="{8579B870-4485-4FF4-A0D5-F91115D4F59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>
              <a:solidFill>
                <a:schemeClr val="tx1"/>
              </a:solidFill>
            </a:rPr>
            <a:t>Dudek [9] investigated load forecasting across </a:t>
          </a:r>
          <a:r>
            <a:rPr lang="en-US" sz="1000" u="sng" dirty="0">
              <a:solidFill>
                <a:schemeClr val="tx1"/>
              </a:solidFill>
            </a:rPr>
            <a:t>multiple countries</a:t>
          </a:r>
          <a:r>
            <a:rPr lang="en-US" sz="1000" dirty="0">
              <a:solidFill>
                <a:schemeClr val="tx1"/>
              </a:solidFill>
            </a:rPr>
            <a:t> with datasets exhibiting triple seasonality (annual, weekly, and daily cycles), integrating calendar effects and temperature. Random Forest was benchmarked against ARIMA, ETS, Prophet, MLP, SVM, ANFIS, LSTM and </a:t>
          </a:r>
          <a:r>
            <a:rPr lang="en-US" sz="1000" dirty="0" err="1">
              <a:solidFill>
                <a:schemeClr val="tx1"/>
              </a:solidFill>
            </a:rPr>
            <a:t>XGBoost</a:t>
          </a:r>
          <a:r>
            <a:rPr lang="en-US" sz="1000" dirty="0">
              <a:solidFill>
                <a:schemeClr val="tx1"/>
              </a:solidFill>
            </a:rPr>
            <a:t>. </a:t>
          </a:r>
        </a:p>
      </dgm:t>
    </dgm:pt>
    <dgm:pt modelId="{4A44E951-EB1D-40A5-978A-24EB12D39421}" type="parTrans" cxnId="{4721CC59-9F6C-4F22-B6FC-65D44A0268E3}">
      <dgm:prSet/>
      <dgm:spPr/>
      <dgm:t>
        <a:bodyPr/>
        <a:lstStyle/>
        <a:p>
          <a:endParaRPr lang="en-US"/>
        </a:p>
      </dgm:t>
    </dgm:pt>
    <dgm:pt modelId="{0574CEBE-9D4D-495F-B38D-7654CC932D93}" type="sibTrans" cxnId="{4721CC59-9F6C-4F22-B6FC-65D44A0268E3}">
      <dgm:prSet/>
      <dgm:spPr/>
      <dgm:t>
        <a:bodyPr/>
        <a:lstStyle/>
        <a:p>
          <a:endParaRPr lang="en-US"/>
        </a:p>
      </dgm:t>
    </dgm:pt>
    <dgm:pt modelId="{73A62829-C7B9-46F7-BC9F-DEFC58C490F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 err="1">
              <a:solidFill>
                <a:schemeClr val="tx1"/>
              </a:solidFill>
            </a:rPr>
            <a:t>Abumohsen</a:t>
          </a:r>
          <a:r>
            <a:rPr lang="en-US" sz="1000" dirty="0">
              <a:solidFill>
                <a:schemeClr val="tx1"/>
              </a:solidFill>
            </a:rPr>
            <a:t> et al. [7] analyzed hourly electrical load data from the Tubas Electricity Company in </a:t>
          </a:r>
          <a:r>
            <a:rPr lang="en-US" sz="1000" u="sng" dirty="0">
              <a:solidFill>
                <a:schemeClr val="tx1"/>
              </a:solidFill>
            </a:rPr>
            <a:t>Palestine</a:t>
          </a:r>
          <a:r>
            <a:rPr lang="en-US" sz="1000" dirty="0">
              <a:solidFill>
                <a:schemeClr val="tx1"/>
              </a:solidFill>
            </a:rPr>
            <a:t> and compared LSTM, GRU, and RNN models.</a:t>
          </a:r>
        </a:p>
      </dgm:t>
    </dgm:pt>
    <dgm:pt modelId="{93A56A9F-CDD7-4E51-8AB4-E0C48AD4F3AA}" type="parTrans" cxnId="{0D7C456D-7BD1-4905-AB07-3FFF0DADCFFF}">
      <dgm:prSet/>
      <dgm:spPr/>
      <dgm:t>
        <a:bodyPr/>
        <a:lstStyle/>
        <a:p>
          <a:endParaRPr lang="en-US"/>
        </a:p>
      </dgm:t>
    </dgm:pt>
    <dgm:pt modelId="{C525E6E7-2E9F-4662-8746-5B217A526F32}" type="sibTrans" cxnId="{0D7C456D-7BD1-4905-AB07-3FFF0DADCFFF}">
      <dgm:prSet/>
      <dgm:spPr/>
      <dgm:t>
        <a:bodyPr/>
        <a:lstStyle/>
        <a:p>
          <a:endParaRPr lang="en-US"/>
        </a:p>
      </dgm:t>
    </dgm:pt>
    <dgm:pt modelId="{AB322354-4F30-4A43-B1A3-D2CB654ED1CC}">
      <dgm:prSet phldrT="[Text]" custT="1"/>
      <dgm:spPr/>
      <dgm:t>
        <a:bodyPr/>
        <a:lstStyle/>
        <a:p>
          <a:endParaRPr lang="en-US" sz="1000" dirty="0">
            <a:solidFill>
              <a:schemeClr val="tx1"/>
            </a:solidFill>
          </a:endParaRPr>
        </a:p>
      </dgm:t>
    </dgm:pt>
    <dgm:pt modelId="{ECDF9F12-A80A-47A5-98DB-8349D41DB49F}" type="parTrans" cxnId="{9F032F95-38E4-44FC-9813-E5FC7A4A4C0A}">
      <dgm:prSet/>
      <dgm:spPr/>
      <dgm:t>
        <a:bodyPr/>
        <a:lstStyle/>
        <a:p>
          <a:endParaRPr lang="en-US"/>
        </a:p>
      </dgm:t>
    </dgm:pt>
    <dgm:pt modelId="{02D2A4AE-890B-4917-8544-5498083980A2}" type="sibTrans" cxnId="{9F032F95-38E4-44FC-9813-E5FC7A4A4C0A}">
      <dgm:prSet/>
      <dgm:spPr/>
      <dgm:t>
        <a:bodyPr/>
        <a:lstStyle/>
        <a:p>
          <a:endParaRPr lang="en-US"/>
        </a:p>
      </dgm:t>
    </dgm:pt>
    <dgm:pt modelId="{25B8BEDC-F2FF-4926-8067-0FB2A355F81F}">
      <dgm:prSet phldrT="[Text]" custT="1"/>
      <dgm:spPr/>
      <dgm:t>
        <a:bodyPr/>
        <a:lstStyle/>
        <a:p>
          <a:endParaRPr lang="en-US" sz="1000" dirty="0">
            <a:solidFill>
              <a:schemeClr val="tx1"/>
            </a:solidFill>
          </a:endParaRPr>
        </a:p>
      </dgm:t>
    </dgm:pt>
    <dgm:pt modelId="{CD29DDAE-8CAF-4C0C-9DBF-74A10EF95D19}" type="parTrans" cxnId="{413CEBB6-53A5-42D6-8826-D580D0C1DBA4}">
      <dgm:prSet/>
      <dgm:spPr/>
      <dgm:t>
        <a:bodyPr/>
        <a:lstStyle/>
        <a:p>
          <a:endParaRPr lang="en-US"/>
        </a:p>
      </dgm:t>
    </dgm:pt>
    <dgm:pt modelId="{C126FF47-FE11-40A7-8BF0-C721A331BFE5}" type="sibTrans" cxnId="{413CEBB6-53A5-42D6-8826-D580D0C1DBA4}">
      <dgm:prSet/>
      <dgm:spPr/>
      <dgm:t>
        <a:bodyPr/>
        <a:lstStyle/>
        <a:p>
          <a:endParaRPr lang="en-US"/>
        </a:p>
      </dgm:t>
    </dgm:pt>
    <dgm:pt modelId="{B9556683-AAD9-42C1-A50D-2E58AE06B2ED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000" b="1" u="sng" dirty="0">
              <a:solidFill>
                <a:schemeClr val="tx1"/>
              </a:solidFill>
            </a:rPr>
            <a:t>LSTM and ANFIS </a:t>
          </a:r>
          <a:r>
            <a:rPr lang="en-US" sz="1000" dirty="0">
              <a:solidFill>
                <a:schemeClr val="tx1"/>
              </a:solidFill>
            </a:rPr>
            <a:t>consistently achieved the highest R² values across all seasons.</a:t>
          </a:r>
        </a:p>
      </dgm:t>
    </dgm:pt>
    <dgm:pt modelId="{19367C49-E563-4849-9D92-23E72A4D698D}" type="parTrans" cxnId="{061E71E8-3205-4854-B69D-41E7032EFE10}">
      <dgm:prSet/>
      <dgm:spPr/>
      <dgm:t>
        <a:bodyPr/>
        <a:lstStyle/>
        <a:p>
          <a:endParaRPr lang="en-US"/>
        </a:p>
      </dgm:t>
    </dgm:pt>
    <dgm:pt modelId="{94E60CD5-E169-454D-B47E-923FDEC173A8}" type="sibTrans" cxnId="{061E71E8-3205-4854-B69D-41E7032EFE10}">
      <dgm:prSet/>
      <dgm:spPr/>
      <dgm:t>
        <a:bodyPr/>
        <a:lstStyle/>
        <a:p>
          <a:endParaRPr lang="en-US"/>
        </a:p>
      </dgm:t>
    </dgm:pt>
    <dgm:pt modelId="{24B9E63D-7833-47B7-9A1A-3BD02CFCA3A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000" b="1" u="sng" dirty="0">
              <a:solidFill>
                <a:schemeClr val="tx1"/>
              </a:solidFill>
            </a:rPr>
            <a:t>Gated Recurrent Unit (GRU) did best</a:t>
          </a:r>
        </a:p>
      </dgm:t>
    </dgm:pt>
    <dgm:pt modelId="{95C001A5-8AF7-4D10-B8D2-E172D5AEEF0A}" type="parTrans" cxnId="{5808DB15-AA6E-4D53-B6C9-5EE394918C4E}">
      <dgm:prSet/>
      <dgm:spPr/>
      <dgm:t>
        <a:bodyPr/>
        <a:lstStyle/>
        <a:p>
          <a:endParaRPr lang="en-US"/>
        </a:p>
      </dgm:t>
    </dgm:pt>
    <dgm:pt modelId="{31A1DF5B-CB55-4359-8759-FD3B58822F18}" type="sibTrans" cxnId="{5808DB15-AA6E-4D53-B6C9-5EE394918C4E}">
      <dgm:prSet/>
      <dgm:spPr/>
      <dgm:t>
        <a:bodyPr/>
        <a:lstStyle/>
        <a:p>
          <a:endParaRPr lang="en-US"/>
        </a:p>
      </dgm:t>
    </dgm:pt>
    <dgm:pt modelId="{D50E2B3B-BD9F-49FF-8F6C-3D3721B69DD2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000" b="1" u="sng" dirty="0">
              <a:solidFill>
                <a:schemeClr val="tx1"/>
              </a:solidFill>
            </a:rPr>
            <a:t>RF outperformed</a:t>
          </a:r>
        </a:p>
      </dgm:t>
    </dgm:pt>
    <dgm:pt modelId="{67DC6719-DDBD-45A2-A990-D0027C92C773}" type="parTrans" cxnId="{88FAF279-CA9F-4DC0-9903-E95ADD873231}">
      <dgm:prSet/>
      <dgm:spPr/>
      <dgm:t>
        <a:bodyPr/>
        <a:lstStyle/>
        <a:p>
          <a:endParaRPr lang="en-US"/>
        </a:p>
      </dgm:t>
    </dgm:pt>
    <dgm:pt modelId="{90BE365C-DE91-472E-B531-D9A0ACE1E42E}" type="sibTrans" cxnId="{88FAF279-CA9F-4DC0-9903-E95ADD873231}">
      <dgm:prSet/>
      <dgm:spPr/>
      <dgm:t>
        <a:bodyPr/>
        <a:lstStyle/>
        <a:p>
          <a:endParaRPr lang="en-US"/>
        </a:p>
      </dgm:t>
    </dgm:pt>
    <dgm:pt modelId="{57D7EEF0-F435-4DC1-9632-90D25AB5784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100" dirty="0">
            <a:solidFill>
              <a:schemeClr val="tx1"/>
            </a:solidFill>
          </a:endParaRPr>
        </a:p>
      </dgm:t>
    </dgm:pt>
    <dgm:pt modelId="{5B5E7192-1CC0-4D20-977A-6252148923B4}" type="parTrans" cxnId="{895FCA0C-70A6-4F94-97B7-D9E7C3399E60}">
      <dgm:prSet/>
      <dgm:spPr/>
      <dgm:t>
        <a:bodyPr/>
        <a:lstStyle/>
        <a:p>
          <a:endParaRPr lang="en-US"/>
        </a:p>
      </dgm:t>
    </dgm:pt>
    <dgm:pt modelId="{E3CFBF52-8C75-43A0-94E5-1DCD269D4B02}" type="sibTrans" cxnId="{895FCA0C-70A6-4F94-97B7-D9E7C3399E60}">
      <dgm:prSet/>
      <dgm:spPr/>
      <dgm:t>
        <a:bodyPr/>
        <a:lstStyle/>
        <a:p>
          <a:endParaRPr lang="en-US"/>
        </a:p>
      </dgm:t>
    </dgm:pt>
    <dgm:pt modelId="{6B053456-6522-4795-BDD0-F4A4CB09EAB6}" type="pres">
      <dgm:prSet presAssocID="{14CFF6A8-3B79-4C3E-A309-E701164F82D6}" presName="linearFlow" presStyleCnt="0">
        <dgm:presLayoutVars>
          <dgm:dir/>
          <dgm:animLvl val="lvl"/>
          <dgm:resizeHandles/>
        </dgm:presLayoutVars>
      </dgm:prSet>
      <dgm:spPr/>
    </dgm:pt>
    <dgm:pt modelId="{CD72E738-B165-47A4-B6C3-878E5963EF8F}" type="pres">
      <dgm:prSet presAssocID="{3E585077-C967-4D1E-829D-C9ED79EAF6A8}" presName="compositeNode" presStyleCnt="0">
        <dgm:presLayoutVars>
          <dgm:bulletEnabled val="1"/>
        </dgm:presLayoutVars>
      </dgm:prSet>
      <dgm:spPr/>
    </dgm:pt>
    <dgm:pt modelId="{FAAA6932-FCD7-4A36-9B36-8A936DA542E7}" type="pres">
      <dgm:prSet presAssocID="{3E585077-C967-4D1E-829D-C9ED79EAF6A8}" presName="imag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6000" r="-6000"/>
          </a:stretch>
        </a:blipFill>
      </dgm:spPr>
    </dgm:pt>
    <dgm:pt modelId="{B79F8CB0-3728-4147-B0A7-F7D41B65F8A4}" type="pres">
      <dgm:prSet presAssocID="{3E585077-C967-4D1E-829D-C9ED79EAF6A8}" presName="childNode" presStyleLbl="node1" presStyleIdx="0" presStyleCnt="3">
        <dgm:presLayoutVars>
          <dgm:bulletEnabled val="1"/>
        </dgm:presLayoutVars>
      </dgm:prSet>
      <dgm:spPr/>
    </dgm:pt>
    <dgm:pt modelId="{0159DBAC-37FB-495D-868E-13346871CCC8}" type="pres">
      <dgm:prSet presAssocID="{3E585077-C967-4D1E-829D-C9ED79EAF6A8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265162B1-4B6E-4D7D-91E8-AD58E4B78826}" type="pres">
      <dgm:prSet presAssocID="{29751DDD-755D-4D00-B109-56DFA2C94078}" presName="sibTrans" presStyleCnt="0"/>
      <dgm:spPr/>
    </dgm:pt>
    <dgm:pt modelId="{AEB2CED1-F870-43B1-AAAF-5E31701F9E36}" type="pres">
      <dgm:prSet presAssocID="{6B2F1C8D-4389-46AC-9877-FFE49840F93D}" presName="compositeNode" presStyleCnt="0">
        <dgm:presLayoutVars>
          <dgm:bulletEnabled val="1"/>
        </dgm:presLayoutVars>
      </dgm:prSet>
      <dgm:spPr/>
    </dgm:pt>
    <dgm:pt modelId="{0C03FAAB-79CF-4450-9C5C-CB1F74A49CC2}" type="pres">
      <dgm:prSet presAssocID="{6B2F1C8D-4389-46AC-9877-FFE49840F93D}" presName="imag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Little boy playing with number cars"/>
        </a:ext>
      </dgm:extLst>
    </dgm:pt>
    <dgm:pt modelId="{5761F761-27DB-4777-9EAB-A6C545FBDE1C}" type="pres">
      <dgm:prSet presAssocID="{6B2F1C8D-4389-46AC-9877-FFE49840F93D}" presName="childNode" presStyleLbl="node1" presStyleIdx="1" presStyleCnt="3">
        <dgm:presLayoutVars>
          <dgm:bulletEnabled val="1"/>
        </dgm:presLayoutVars>
      </dgm:prSet>
      <dgm:spPr/>
    </dgm:pt>
    <dgm:pt modelId="{5608C85D-02CD-4182-B321-F4143C5973A4}" type="pres">
      <dgm:prSet presAssocID="{6B2F1C8D-4389-46AC-9877-FFE49840F93D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BE3A0C94-A352-4B6E-A07F-7A9267EBF90F}" type="pres">
      <dgm:prSet presAssocID="{D6328104-FBEE-49B5-B567-ABE6886626F6}" presName="sibTrans" presStyleCnt="0"/>
      <dgm:spPr/>
    </dgm:pt>
    <dgm:pt modelId="{B37B366D-C223-4720-B60F-38ACD1A87C9A}" type="pres">
      <dgm:prSet presAssocID="{C736AC87-850B-4AA5-9739-DAB28EBD0FCC}" presName="compositeNode" presStyleCnt="0">
        <dgm:presLayoutVars>
          <dgm:bulletEnabled val="1"/>
        </dgm:presLayoutVars>
      </dgm:prSet>
      <dgm:spPr/>
    </dgm:pt>
    <dgm:pt modelId="{BB6900DE-B32E-4395-AF12-BCC2AC9F479B}" type="pres">
      <dgm:prSet presAssocID="{C736AC87-850B-4AA5-9739-DAB28EBD0FCC}" presName="imag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3D face graphic"/>
        </a:ext>
      </dgm:extLst>
    </dgm:pt>
    <dgm:pt modelId="{4564E989-4219-46C3-A915-3AB4B521C01F}" type="pres">
      <dgm:prSet presAssocID="{C736AC87-850B-4AA5-9739-DAB28EBD0FCC}" presName="childNode" presStyleLbl="node1" presStyleIdx="2" presStyleCnt="3">
        <dgm:presLayoutVars>
          <dgm:bulletEnabled val="1"/>
        </dgm:presLayoutVars>
      </dgm:prSet>
      <dgm:spPr/>
    </dgm:pt>
    <dgm:pt modelId="{96415213-FE3E-4260-9C27-C942B2CDB68A}" type="pres">
      <dgm:prSet presAssocID="{C736AC87-850B-4AA5-9739-DAB28EBD0FCC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16998803-4F5C-462D-9877-6B25B1D5AA4E}" srcId="{3E585077-C967-4D1E-829D-C9ED79EAF6A8}" destId="{344CEAED-EA8F-46EF-8540-E39742D5FB7E}" srcOrd="0" destOrd="0" parTransId="{A88AB5EC-9DCF-425D-BD66-B8ED7AAEE1EA}" sibTransId="{89C2C356-AA07-44AE-96F7-F02BBAFFB63E}"/>
    <dgm:cxn modelId="{BC06BA07-398E-42F5-81B1-DE87DEDDF83E}" type="presOf" srcId="{3E585077-C967-4D1E-829D-C9ED79EAF6A8}" destId="{0159DBAC-37FB-495D-868E-13346871CCC8}" srcOrd="0" destOrd="0" presId="urn:microsoft.com/office/officeart/2005/8/layout/hList2"/>
    <dgm:cxn modelId="{BB92610A-FB4E-4368-8BFB-EDFD24D7BA45}" srcId="{14CFF6A8-3B79-4C3E-A309-E701164F82D6}" destId="{6B2F1C8D-4389-46AC-9877-FFE49840F93D}" srcOrd="1" destOrd="0" parTransId="{4F2916B0-4481-403F-AAE7-371B43490ECC}" sibTransId="{D6328104-FBEE-49B5-B567-ABE6886626F6}"/>
    <dgm:cxn modelId="{2EC9DB0B-9477-426E-93B4-7B7C2D9A74D8}" type="presOf" srcId="{8579B870-4485-4FF4-A0D5-F91115D4F594}" destId="{5761F761-27DB-4777-9EAB-A6C545FBDE1C}" srcOrd="0" destOrd="6" presId="urn:microsoft.com/office/officeart/2005/8/layout/hList2"/>
    <dgm:cxn modelId="{895FCA0C-70A6-4F94-97B7-D9E7C3399E60}" srcId="{3E585077-C967-4D1E-829D-C9ED79EAF6A8}" destId="{57D7EEF0-F435-4DC1-9632-90D25AB5784F}" srcOrd="1" destOrd="0" parTransId="{5B5E7192-1CC0-4D20-977A-6252148923B4}" sibTransId="{E3CFBF52-8C75-43A0-94E5-1DCD269D4B02}"/>
    <dgm:cxn modelId="{251FDB0E-764D-4153-A359-ABB6BA3700D0}" type="presOf" srcId="{D50E2B3B-BD9F-49FF-8F6C-3D3721B69DD2}" destId="{5761F761-27DB-4777-9EAB-A6C545FBDE1C}" srcOrd="0" destOrd="7" presId="urn:microsoft.com/office/officeart/2005/8/layout/hList2"/>
    <dgm:cxn modelId="{B2E71D15-0D3A-4FB6-94F3-878E5A6BD2B8}" srcId="{C736AC87-850B-4AA5-9739-DAB28EBD0FCC}" destId="{C790E100-6CBC-4C97-8EDF-BEB498962E68}" srcOrd="0" destOrd="0" parTransId="{5CAB0FF0-C951-4226-8280-2C356F3A2829}" sibTransId="{5B620F34-FC51-460D-B72E-55219AEFC4EE}"/>
    <dgm:cxn modelId="{5808DB15-AA6E-4D53-B6C9-5EE394918C4E}" srcId="{73A62829-C7B9-46F7-BC9F-DEFC58C490FB}" destId="{24B9E63D-7833-47B7-9A1A-3BD02CFCA3A1}" srcOrd="0" destOrd="0" parTransId="{95C001A5-8AF7-4D10-B8D2-E172D5AEEF0A}" sibTransId="{31A1DF5B-CB55-4359-8759-FD3B58822F18}"/>
    <dgm:cxn modelId="{9E4BA42F-8037-44A9-B367-4AE1423D54AD}" type="presOf" srcId="{24B9E63D-7833-47B7-9A1A-3BD02CFCA3A1}" destId="{5761F761-27DB-4777-9EAB-A6C545FBDE1C}" srcOrd="0" destOrd="4" presId="urn:microsoft.com/office/officeart/2005/8/layout/hList2"/>
    <dgm:cxn modelId="{F9F89338-D344-467C-B9D7-9488DBB1FCF8}" srcId="{3E585077-C967-4D1E-829D-C9ED79EAF6A8}" destId="{E582315A-FE14-4185-9DE3-BBD6566B4EE0}" srcOrd="3" destOrd="0" parTransId="{388748A5-7213-4B54-89A7-5F104F656BF9}" sibTransId="{CDB5DC06-FB43-4951-A9CA-F8EB2E7B9C32}"/>
    <dgm:cxn modelId="{7287B85E-ABF7-4C7F-BD04-8103B1A58DA1}" srcId="{3E585077-C967-4D1E-829D-C9ED79EAF6A8}" destId="{A86CD55F-4E63-4F92-B261-392EAD6A1B6A}" srcOrd="4" destOrd="0" parTransId="{94421B36-E920-4A2F-96EA-EA0B3ABB1490}" sibTransId="{8DECADF7-0A9B-4DC1-9042-45A4F0BBBF28}"/>
    <dgm:cxn modelId="{95A39D62-BD16-4456-ADCB-AF9B64E0425D}" type="presOf" srcId="{C3FA50E1-2806-411B-A2FE-74D644B8CC48}" destId="{B79F8CB0-3728-4147-B0A7-F7D41B65F8A4}" srcOrd="0" destOrd="2" presId="urn:microsoft.com/office/officeart/2005/8/layout/hList2"/>
    <dgm:cxn modelId="{1AA47845-8604-4E93-B299-AC2A971A2910}" type="presOf" srcId="{D51021D6-2654-404D-9D8B-19CC5E0DA69F}" destId="{5761F761-27DB-4777-9EAB-A6C545FBDE1C}" srcOrd="0" destOrd="0" presId="urn:microsoft.com/office/officeart/2005/8/layout/hList2"/>
    <dgm:cxn modelId="{0D7C456D-7BD1-4905-AB07-3FFF0DADCFFF}" srcId="{6B2F1C8D-4389-46AC-9877-FFE49840F93D}" destId="{73A62829-C7B9-46F7-BC9F-DEFC58C490FB}" srcOrd="2" destOrd="0" parTransId="{93A56A9F-CDD7-4E51-8AB4-E0C48AD4F3AA}" sibTransId="{C525E6E7-2E9F-4662-8746-5B217A526F32}"/>
    <dgm:cxn modelId="{B3173970-FD8C-487C-A870-A73471F065DB}" type="presOf" srcId="{A86CD55F-4E63-4F92-B261-392EAD6A1B6A}" destId="{B79F8CB0-3728-4147-B0A7-F7D41B65F8A4}" srcOrd="0" destOrd="4" presId="urn:microsoft.com/office/officeart/2005/8/layout/hList2"/>
    <dgm:cxn modelId="{CD77FD74-3B82-4748-BB26-C67A87842E5E}" type="presOf" srcId="{25B8BEDC-F2FF-4926-8067-0FB2A355F81F}" destId="{5761F761-27DB-4777-9EAB-A6C545FBDE1C}" srcOrd="0" destOrd="2" presId="urn:microsoft.com/office/officeart/2005/8/layout/hList2"/>
    <dgm:cxn modelId="{4721CC59-9F6C-4F22-B6FC-65D44A0268E3}" srcId="{6B2F1C8D-4389-46AC-9877-FFE49840F93D}" destId="{8579B870-4485-4FF4-A0D5-F91115D4F594}" srcOrd="4" destOrd="0" parTransId="{4A44E951-EB1D-40A5-978A-24EB12D39421}" sibTransId="{0574CEBE-9D4D-495F-B38D-7654CC932D93}"/>
    <dgm:cxn modelId="{88FAF279-CA9F-4DC0-9903-E95ADD873231}" srcId="{8579B870-4485-4FF4-A0D5-F91115D4F594}" destId="{D50E2B3B-BD9F-49FF-8F6C-3D3721B69DD2}" srcOrd="0" destOrd="0" parTransId="{67DC6719-DDBD-45A2-A990-D0027C92C773}" sibTransId="{90BE365C-DE91-472E-B531-D9A0ACE1E42E}"/>
    <dgm:cxn modelId="{9F032F95-38E4-44FC-9813-E5FC7A4A4C0A}" srcId="{6B2F1C8D-4389-46AC-9877-FFE49840F93D}" destId="{AB322354-4F30-4A43-B1A3-D2CB654ED1CC}" srcOrd="3" destOrd="0" parTransId="{ECDF9F12-A80A-47A5-98DB-8349D41DB49F}" sibTransId="{02D2A4AE-890B-4917-8544-5498083980A2}"/>
    <dgm:cxn modelId="{30A96CA4-DB40-4785-AB5A-1505F1A323FD}" type="presOf" srcId="{6B2F1C8D-4389-46AC-9877-FFE49840F93D}" destId="{5608C85D-02CD-4182-B321-F4143C5973A4}" srcOrd="0" destOrd="0" presId="urn:microsoft.com/office/officeart/2005/8/layout/hList2"/>
    <dgm:cxn modelId="{1F3466AB-5F87-4AE0-AC28-537AFB21C252}" type="presOf" srcId="{C790E100-6CBC-4C97-8EDF-BEB498962E68}" destId="{4564E989-4219-46C3-A915-3AB4B521C01F}" srcOrd="0" destOrd="0" presId="urn:microsoft.com/office/officeart/2005/8/layout/hList2"/>
    <dgm:cxn modelId="{1A2018AD-1A5A-4CDE-B112-F3FB9E3F262F}" srcId="{14CFF6A8-3B79-4C3E-A309-E701164F82D6}" destId="{3E585077-C967-4D1E-829D-C9ED79EAF6A8}" srcOrd="0" destOrd="0" parTransId="{C8865AB8-45B3-439C-970E-DB39278B6A6B}" sibTransId="{29751DDD-755D-4D00-B109-56DFA2C94078}"/>
    <dgm:cxn modelId="{413CEBB6-53A5-42D6-8826-D580D0C1DBA4}" srcId="{6B2F1C8D-4389-46AC-9877-FFE49840F93D}" destId="{25B8BEDC-F2FF-4926-8067-0FB2A355F81F}" srcOrd="1" destOrd="0" parTransId="{CD29DDAE-8CAF-4C0C-9DBF-74A10EF95D19}" sibTransId="{C126FF47-FE11-40A7-8BF0-C721A331BFE5}"/>
    <dgm:cxn modelId="{82030FCF-8E81-4B9E-B2AC-66FC0B9B4845}" srcId="{14CFF6A8-3B79-4C3E-A309-E701164F82D6}" destId="{C736AC87-850B-4AA5-9739-DAB28EBD0FCC}" srcOrd="2" destOrd="0" parTransId="{0933EC9B-C7A6-4A2E-B98C-D380903620B2}" sibTransId="{D20E2B2E-98AE-4523-A5FC-A1FFB3C37149}"/>
    <dgm:cxn modelId="{56EF72D3-FA76-4AD8-A6F5-3B57471A69E4}" type="presOf" srcId="{B9556683-AAD9-42C1-A50D-2E58AE06B2ED}" destId="{5761F761-27DB-4777-9EAB-A6C545FBDE1C}" srcOrd="0" destOrd="1" presId="urn:microsoft.com/office/officeart/2005/8/layout/hList2"/>
    <dgm:cxn modelId="{C99AE4D4-9150-44AC-BD05-5902F65DB0E0}" srcId="{6B2F1C8D-4389-46AC-9877-FFE49840F93D}" destId="{D51021D6-2654-404D-9D8B-19CC5E0DA69F}" srcOrd="0" destOrd="0" parTransId="{535E249D-4ADF-4716-AD4E-DAD1B0A80FB1}" sibTransId="{99A1D6B9-B0BE-438D-B625-AC0C7F7388B2}"/>
    <dgm:cxn modelId="{A44E65D5-0EB5-408E-ABF7-771D68D398F2}" srcId="{3E585077-C967-4D1E-829D-C9ED79EAF6A8}" destId="{C3FA50E1-2806-411B-A2FE-74D644B8CC48}" srcOrd="2" destOrd="0" parTransId="{D1629D14-F158-4AD3-80EF-214358FFFDC7}" sibTransId="{32422EDF-CDD9-4ABF-AFB7-D4D48346AC52}"/>
    <dgm:cxn modelId="{1BDCD5D5-C5D3-47E8-8D2A-65A32F04407E}" type="presOf" srcId="{14CFF6A8-3B79-4C3E-A309-E701164F82D6}" destId="{6B053456-6522-4795-BDD0-F4A4CB09EAB6}" srcOrd="0" destOrd="0" presId="urn:microsoft.com/office/officeart/2005/8/layout/hList2"/>
    <dgm:cxn modelId="{087E75DD-0F97-4E4F-B3FD-CFE3496D21D8}" type="presOf" srcId="{AB322354-4F30-4A43-B1A3-D2CB654ED1CC}" destId="{5761F761-27DB-4777-9EAB-A6C545FBDE1C}" srcOrd="0" destOrd="5" presId="urn:microsoft.com/office/officeart/2005/8/layout/hList2"/>
    <dgm:cxn modelId="{CF313FDF-1500-4F43-8959-AFD672D8DD74}" type="presOf" srcId="{57D7EEF0-F435-4DC1-9632-90D25AB5784F}" destId="{B79F8CB0-3728-4147-B0A7-F7D41B65F8A4}" srcOrd="0" destOrd="1" presId="urn:microsoft.com/office/officeart/2005/8/layout/hList2"/>
    <dgm:cxn modelId="{BA25CAE1-2A1E-4430-99D3-2BF32445E697}" type="presOf" srcId="{E582315A-FE14-4185-9DE3-BBD6566B4EE0}" destId="{B79F8CB0-3728-4147-B0A7-F7D41B65F8A4}" srcOrd="0" destOrd="3" presId="urn:microsoft.com/office/officeart/2005/8/layout/hList2"/>
    <dgm:cxn modelId="{5D6F8EE4-A191-4BDE-A66F-601BEB3DAF3F}" type="presOf" srcId="{C736AC87-850B-4AA5-9739-DAB28EBD0FCC}" destId="{96415213-FE3E-4260-9C27-C942B2CDB68A}" srcOrd="0" destOrd="0" presId="urn:microsoft.com/office/officeart/2005/8/layout/hList2"/>
    <dgm:cxn modelId="{061E71E8-3205-4854-B69D-41E7032EFE10}" srcId="{D51021D6-2654-404D-9D8B-19CC5E0DA69F}" destId="{B9556683-AAD9-42C1-A50D-2E58AE06B2ED}" srcOrd="0" destOrd="0" parTransId="{19367C49-E563-4849-9D92-23E72A4D698D}" sibTransId="{94E60CD5-E169-454D-B47E-923FDEC173A8}"/>
    <dgm:cxn modelId="{F1D22BF5-D0A7-42F7-B211-15D278400645}" type="presOf" srcId="{73A62829-C7B9-46F7-BC9F-DEFC58C490FB}" destId="{5761F761-27DB-4777-9EAB-A6C545FBDE1C}" srcOrd="0" destOrd="3" presId="urn:microsoft.com/office/officeart/2005/8/layout/hList2"/>
    <dgm:cxn modelId="{663F96FF-FEF6-4DDB-9117-E9E777DA14BA}" type="presOf" srcId="{344CEAED-EA8F-46EF-8540-E39742D5FB7E}" destId="{B79F8CB0-3728-4147-B0A7-F7D41B65F8A4}" srcOrd="0" destOrd="0" presId="urn:microsoft.com/office/officeart/2005/8/layout/hList2"/>
    <dgm:cxn modelId="{1D09905A-0DCE-4EBC-8B66-37084FB24674}" type="presParOf" srcId="{6B053456-6522-4795-BDD0-F4A4CB09EAB6}" destId="{CD72E738-B165-47A4-B6C3-878E5963EF8F}" srcOrd="0" destOrd="0" presId="urn:microsoft.com/office/officeart/2005/8/layout/hList2"/>
    <dgm:cxn modelId="{76B1B3AB-3A85-4C70-906A-4CD1F4F0801D}" type="presParOf" srcId="{CD72E738-B165-47A4-B6C3-878E5963EF8F}" destId="{FAAA6932-FCD7-4A36-9B36-8A936DA542E7}" srcOrd="0" destOrd="0" presId="urn:microsoft.com/office/officeart/2005/8/layout/hList2"/>
    <dgm:cxn modelId="{471348E3-927E-4335-93ED-6032C7B9EC6A}" type="presParOf" srcId="{CD72E738-B165-47A4-B6C3-878E5963EF8F}" destId="{B79F8CB0-3728-4147-B0A7-F7D41B65F8A4}" srcOrd="1" destOrd="0" presId="urn:microsoft.com/office/officeart/2005/8/layout/hList2"/>
    <dgm:cxn modelId="{72B5F28A-5F3A-4293-98F7-D2EBF862C00E}" type="presParOf" srcId="{CD72E738-B165-47A4-B6C3-878E5963EF8F}" destId="{0159DBAC-37FB-495D-868E-13346871CCC8}" srcOrd="2" destOrd="0" presId="urn:microsoft.com/office/officeart/2005/8/layout/hList2"/>
    <dgm:cxn modelId="{01194B34-6233-40BD-AB0B-3F063BDF334A}" type="presParOf" srcId="{6B053456-6522-4795-BDD0-F4A4CB09EAB6}" destId="{265162B1-4B6E-4D7D-91E8-AD58E4B78826}" srcOrd="1" destOrd="0" presId="urn:microsoft.com/office/officeart/2005/8/layout/hList2"/>
    <dgm:cxn modelId="{DE47E2D6-9153-4C04-AC96-73CFFD1144BF}" type="presParOf" srcId="{6B053456-6522-4795-BDD0-F4A4CB09EAB6}" destId="{AEB2CED1-F870-43B1-AAAF-5E31701F9E36}" srcOrd="2" destOrd="0" presId="urn:microsoft.com/office/officeart/2005/8/layout/hList2"/>
    <dgm:cxn modelId="{D7000FCB-2E48-4DB9-8092-F7E8A7355CB1}" type="presParOf" srcId="{AEB2CED1-F870-43B1-AAAF-5E31701F9E36}" destId="{0C03FAAB-79CF-4450-9C5C-CB1F74A49CC2}" srcOrd="0" destOrd="0" presId="urn:microsoft.com/office/officeart/2005/8/layout/hList2"/>
    <dgm:cxn modelId="{9BE228B2-65CF-4189-B622-2E55EC51B982}" type="presParOf" srcId="{AEB2CED1-F870-43B1-AAAF-5E31701F9E36}" destId="{5761F761-27DB-4777-9EAB-A6C545FBDE1C}" srcOrd="1" destOrd="0" presId="urn:microsoft.com/office/officeart/2005/8/layout/hList2"/>
    <dgm:cxn modelId="{038598F0-0A40-4E3E-BB87-903CC0BB1CFE}" type="presParOf" srcId="{AEB2CED1-F870-43B1-AAAF-5E31701F9E36}" destId="{5608C85D-02CD-4182-B321-F4143C5973A4}" srcOrd="2" destOrd="0" presId="urn:microsoft.com/office/officeart/2005/8/layout/hList2"/>
    <dgm:cxn modelId="{8F979268-A3CF-4EF9-8778-6D524537132F}" type="presParOf" srcId="{6B053456-6522-4795-BDD0-F4A4CB09EAB6}" destId="{BE3A0C94-A352-4B6E-A07F-7A9267EBF90F}" srcOrd="3" destOrd="0" presId="urn:microsoft.com/office/officeart/2005/8/layout/hList2"/>
    <dgm:cxn modelId="{C360AC82-5B23-44A8-AA07-656F90566C34}" type="presParOf" srcId="{6B053456-6522-4795-BDD0-F4A4CB09EAB6}" destId="{B37B366D-C223-4720-B60F-38ACD1A87C9A}" srcOrd="4" destOrd="0" presId="urn:microsoft.com/office/officeart/2005/8/layout/hList2"/>
    <dgm:cxn modelId="{8717B520-0818-49B4-8BBC-50D5FAB388F5}" type="presParOf" srcId="{B37B366D-C223-4720-B60F-38ACD1A87C9A}" destId="{BB6900DE-B32E-4395-AF12-BCC2AC9F479B}" srcOrd="0" destOrd="0" presId="urn:microsoft.com/office/officeart/2005/8/layout/hList2"/>
    <dgm:cxn modelId="{FCDA68D2-A5FF-4BC4-B680-9257AEC4BE1C}" type="presParOf" srcId="{B37B366D-C223-4720-B60F-38ACD1A87C9A}" destId="{4564E989-4219-46C3-A915-3AB4B521C01F}" srcOrd="1" destOrd="0" presId="urn:microsoft.com/office/officeart/2005/8/layout/hList2"/>
    <dgm:cxn modelId="{1EA9CB2F-678C-42CF-91CF-39C2AF58A495}" type="presParOf" srcId="{B37B366D-C223-4720-B60F-38ACD1A87C9A}" destId="{96415213-FE3E-4260-9C27-C942B2CDB68A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9DBAC-37FB-495D-868E-13346871CCC8}">
      <dsp:nvSpPr>
        <dsp:cNvPr id="0" name=""/>
        <dsp:cNvSpPr/>
      </dsp:nvSpPr>
      <dsp:spPr>
        <a:xfrm rot="16200000">
          <a:off x="-1726453" y="2625914"/>
          <a:ext cx="3989195" cy="429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78896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SVM</a:t>
          </a:r>
        </a:p>
      </dsp:txBody>
      <dsp:txXfrm>
        <a:off x="-1726453" y="2625914"/>
        <a:ext cx="3989195" cy="429614"/>
      </dsp:txXfrm>
    </dsp:sp>
    <dsp:sp modelId="{B79F8CB0-3728-4147-B0A7-F7D41B65F8A4}">
      <dsp:nvSpPr>
        <dsp:cNvPr id="0" name=""/>
        <dsp:cNvSpPr/>
      </dsp:nvSpPr>
      <dsp:spPr>
        <a:xfrm>
          <a:off x="482951" y="846124"/>
          <a:ext cx="2139933" cy="39891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378896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solidFill>
                <a:schemeClr val="tx1"/>
              </a:solidFill>
            </a:rPr>
            <a:t>Radhika et al [2] and Yin et al [3] show SVM to be effective for temperature and precipitation forecasting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solidFill>
                <a:schemeClr val="tx1"/>
              </a:solidFill>
            </a:rPr>
            <a:t>Hasan et al. [4] showed that SVR outperformed traditional forecasting methods for rainfall prediction using six years of historical data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100" kern="1200" dirty="0">
            <a:solidFill>
              <a:schemeClr val="tx1"/>
            </a:solidFill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solidFill>
                <a:schemeClr val="tx1"/>
              </a:solidFill>
            </a:rPr>
            <a:t>Wang et al. [5] improved temperature prediction accuracy by optimizing SVM regression, raising the coefficient of determination from ~0.8 to ~0.9.</a:t>
          </a:r>
        </a:p>
      </dsp:txBody>
      <dsp:txXfrm>
        <a:off x="482951" y="846124"/>
        <a:ext cx="2139933" cy="3989195"/>
      </dsp:txXfrm>
    </dsp:sp>
    <dsp:sp modelId="{FAAA6932-FCD7-4A36-9B36-8A936DA542E7}">
      <dsp:nvSpPr>
        <dsp:cNvPr id="0" name=""/>
        <dsp:cNvSpPr/>
      </dsp:nvSpPr>
      <dsp:spPr>
        <a:xfrm>
          <a:off x="53337" y="279033"/>
          <a:ext cx="859228" cy="85922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6000" r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8C85D-02CD-4182-B321-F4143C5973A4}">
      <dsp:nvSpPr>
        <dsp:cNvPr id="0" name=""/>
        <dsp:cNvSpPr/>
      </dsp:nvSpPr>
      <dsp:spPr>
        <a:xfrm rot="16200000">
          <a:off x="1394364" y="2625914"/>
          <a:ext cx="3989195" cy="429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78896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LSTM, NN, Hybrid approaches</a:t>
          </a:r>
        </a:p>
      </dsp:txBody>
      <dsp:txXfrm>
        <a:off x="1394364" y="2625914"/>
        <a:ext cx="3989195" cy="429614"/>
      </dsp:txXfrm>
    </dsp:sp>
    <dsp:sp modelId="{5761F761-27DB-4777-9EAB-A6C545FBDE1C}">
      <dsp:nvSpPr>
        <dsp:cNvPr id="0" name=""/>
        <dsp:cNvSpPr/>
      </dsp:nvSpPr>
      <dsp:spPr>
        <a:xfrm>
          <a:off x="3603768" y="846124"/>
          <a:ext cx="2139933" cy="3989195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378896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solidFill>
                <a:schemeClr val="tx1"/>
              </a:solidFill>
            </a:rPr>
            <a:t>El-Azab et al. [6] worked on </a:t>
          </a:r>
          <a:r>
            <a:rPr lang="en-US" sz="1000" u="sng" kern="1200" dirty="0">
              <a:solidFill>
                <a:schemeClr val="tx1"/>
              </a:solidFill>
            </a:rPr>
            <a:t>ISO New England region</a:t>
          </a:r>
          <a:r>
            <a:rPr lang="en-US" sz="1000" kern="1200" dirty="0">
              <a:solidFill>
                <a:schemeClr val="tx1"/>
              </a:solidFill>
            </a:rPr>
            <a:t> using ANFIS, LSTM, GRU, and ANN models.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000" b="1" u="sng" kern="1200" dirty="0">
              <a:solidFill>
                <a:schemeClr val="tx1"/>
              </a:solidFill>
            </a:rPr>
            <a:t>LSTM and ANFIS </a:t>
          </a:r>
          <a:r>
            <a:rPr lang="en-US" sz="1000" kern="1200" dirty="0">
              <a:solidFill>
                <a:schemeClr val="tx1"/>
              </a:solidFill>
            </a:rPr>
            <a:t>consistently achieved the highest R² values across all seasons.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 err="1">
              <a:solidFill>
                <a:schemeClr val="tx1"/>
              </a:solidFill>
            </a:rPr>
            <a:t>Abumohsen</a:t>
          </a:r>
          <a:r>
            <a:rPr lang="en-US" sz="1000" kern="1200" dirty="0">
              <a:solidFill>
                <a:schemeClr val="tx1"/>
              </a:solidFill>
            </a:rPr>
            <a:t> et al. [7] analyzed hourly electrical load data from the Tubas Electricity Company in </a:t>
          </a:r>
          <a:r>
            <a:rPr lang="en-US" sz="1000" u="sng" kern="1200" dirty="0">
              <a:solidFill>
                <a:schemeClr val="tx1"/>
              </a:solidFill>
            </a:rPr>
            <a:t>Palestine</a:t>
          </a:r>
          <a:r>
            <a:rPr lang="en-US" sz="1000" kern="1200" dirty="0">
              <a:solidFill>
                <a:schemeClr val="tx1"/>
              </a:solidFill>
            </a:rPr>
            <a:t> and compared LSTM, GRU, and RNN models.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000" b="1" u="sng" kern="1200" dirty="0">
              <a:solidFill>
                <a:schemeClr val="tx1"/>
              </a:solidFill>
            </a:rPr>
            <a:t>Gated Recurrent Unit (GRU) did best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000" kern="1200" dirty="0">
            <a:solidFill>
              <a:schemeClr val="tx1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>
              <a:solidFill>
                <a:schemeClr val="tx1"/>
              </a:solidFill>
            </a:rPr>
            <a:t>Dudek [9] investigated load forecasting across </a:t>
          </a:r>
          <a:r>
            <a:rPr lang="en-US" sz="1000" u="sng" kern="1200" dirty="0">
              <a:solidFill>
                <a:schemeClr val="tx1"/>
              </a:solidFill>
            </a:rPr>
            <a:t>multiple countries</a:t>
          </a:r>
          <a:r>
            <a:rPr lang="en-US" sz="1000" kern="1200" dirty="0">
              <a:solidFill>
                <a:schemeClr val="tx1"/>
              </a:solidFill>
            </a:rPr>
            <a:t> with datasets exhibiting triple seasonality (annual, weekly, and daily cycles), integrating calendar effects and temperature. Random Forest was benchmarked against ARIMA, ETS, Prophet, MLP, SVM, ANFIS, LSTM and </a:t>
          </a:r>
          <a:r>
            <a:rPr lang="en-US" sz="1000" kern="1200" dirty="0" err="1">
              <a:solidFill>
                <a:schemeClr val="tx1"/>
              </a:solidFill>
            </a:rPr>
            <a:t>XGBoost</a:t>
          </a:r>
          <a:r>
            <a:rPr lang="en-US" sz="1000" kern="1200" dirty="0">
              <a:solidFill>
                <a:schemeClr val="tx1"/>
              </a:solidFill>
            </a:rPr>
            <a:t>. 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000" b="1" u="sng" kern="1200" dirty="0">
              <a:solidFill>
                <a:schemeClr val="tx1"/>
              </a:solidFill>
            </a:rPr>
            <a:t>RF outperformed</a:t>
          </a:r>
        </a:p>
      </dsp:txBody>
      <dsp:txXfrm>
        <a:off x="3603768" y="846124"/>
        <a:ext cx="2139933" cy="3989195"/>
      </dsp:txXfrm>
    </dsp:sp>
    <dsp:sp modelId="{0C03FAAB-79CF-4450-9C5C-CB1F74A49CC2}">
      <dsp:nvSpPr>
        <dsp:cNvPr id="0" name=""/>
        <dsp:cNvSpPr/>
      </dsp:nvSpPr>
      <dsp:spPr>
        <a:xfrm>
          <a:off x="3174154" y="279033"/>
          <a:ext cx="859228" cy="859228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15213-FE3E-4260-9C27-C942B2CDB68A}">
      <dsp:nvSpPr>
        <dsp:cNvPr id="0" name=""/>
        <dsp:cNvSpPr/>
      </dsp:nvSpPr>
      <dsp:spPr>
        <a:xfrm rot="16200000">
          <a:off x="4515181" y="2625914"/>
          <a:ext cx="3989195" cy="429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78896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xAI</a:t>
          </a:r>
          <a:endParaRPr lang="en-US" sz="2000" kern="1200" dirty="0"/>
        </a:p>
      </dsp:txBody>
      <dsp:txXfrm>
        <a:off x="4515181" y="2625914"/>
        <a:ext cx="3989195" cy="429614"/>
      </dsp:txXfrm>
    </dsp:sp>
    <dsp:sp modelId="{4564E989-4219-46C3-A915-3AB4B521C01F}">
      <dsp:nvSpPr>
        <dsp:cNvPr id="0" name=""/>
        <dsp:cNvSpPr/>
      </dsp:nvSpPr>
      <dsp:spPr>
        <a:xfrm>
          <a:off x="6724586" y="846124"/>
          <a:ext cx="2139933" cy="3989195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378896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>
              <a:solidFill>
                <a:schemeClr val="tx1"/>
              </a:solidFill>
            </a:rPr>
            <a:t>Cui et al. [9] </a:t>
          </a:r>
          <a:r>
            <a:rPr lang="en-US" sz="1100" b="0" u="none" kern="1200" dirty="0">
              <a:solidFill>
                <a:schemeClr val="tx1"/>
              </a:solidFill>
            </a:rPr>
            <a:t>showed</a:t>
          </a:r>
          <a:r>
            <a:rPr lang="en-US" sz="1100" b="1" u="sng" kern="1200" dirty="0">
              <a:solidFill>
                <a:schemeClr val="tx1"/>
              </a:solidFill>
            </a:rPr>
            <a:t> SHAP analysis</a:t>
          </a:r>
          <a:r>
            <a:rPr lang="en-US" sz="1100" kern="1200" dirty="0">
              <a:solidFill>
                <a:schemeClr val="tx1"/>
              </a:solidFill>
            </a:rPr>
            <a:t> provided interpretability, identifying common influential household characteristics and supporting the development of targeted, practical energy-efficiency strategies for the </a:t>
          </a:r>
          <a:r>
            <a:rPr lang="en-US" sz="1100" u="sng" kern="1200" dirty="0">
              <a:solidFill>
                <a:schemeClr val="tx1"/>
              </a:solidFill>
            </a:rPr>
            <a:t>U.S. residential sector.</a:t>
          </a:r>
        </a:p>
      </dsp:txBody>
      <dsp:txXfrm>
        <a:off x="6724586" y="846124"/>
        <a:ext cx="2139933" cy="3989195"/>
      </dsp:txXfrm>
    </dsp:sp>
    <dsp:sp modelId="{BB6900DE-B32E-4395-AF12-BCC2AC9F479B}">
      <dsp:nvSpPr>
        <dsp:cNvPr id="0" name=""/>
        <dsp:cNvSpPr/>
      </dsp:nvSpPr>
      <dsp:spPr>
        <a:xfrm>
          <a:off x="6294972" y="279033"/>
          <a:ext cx="859228" cy="859228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0F5E027-21FB-DFF9-D175-C68BC55DE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58C24802-33BD-1747-270C-4550BB95E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>
            <a:extLst>
              <a:ext uri="{FF2B5EF4-FFF2-40B4-BE49-F238E27FC236}">
                <a16:creationId xmlns:a16="http://schemas.microsoft.com/office/drawing/2014/main" id="{CF44E5D3-15EE-B18F-E0B5-4DA3F5B6C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5:notes">
            <a:extLst>
              <a:ext uri="{FF2B5EF4-FFF2-40B4-BE49-F238E27FC236}">
                <a16:creationId xmlns:a16="http://schemas.microsoft.com/office/drawing/2014/main" id="{64263BA0-366B-EFB3-F8C8-653679DA2D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3083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B7BAC95E-DB7A-9EA3-9D49-F3847B7B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>
            <a:extLst>
              <a:ext uri="{FF2B5EF4-FFF2-40B4-BE49-F238E27FC236}">
                <a16:creationId xmlns:a16="http://schemas.microsoft.com/office/drawing/2014/main" id="{B5ABA75E-9338-5A6F-8BF8-1D2D0A0A5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>
            <a:extLst>
              <a:ext uri="{FF2B5EF4-FFF2-40B4-BE49-F238E27FC236}">
                <a16:creationId xmlns:a16="http://schemas.microsoft.com/office/drawing/2014/main" id="{204E12A9-CA77-41AF-2CC0-47108AFD8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2808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CD174D25-FAEA-265A-7829-32E947C9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88CFA25C-386A-F18E-5D62-3A1A46B6F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5B400030-694E-768C-3573-94AA7F3E8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3741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1831A32A-B52D-CB23-1FEC-D8C07A6C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C3479B0D-4F01-78E3-2926-F08D9E81C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9E07C86A-0DA0-D060-E102-6FBCECF27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5608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EBD303B5-F3B4-684D-C89F-DC076FF4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8BFAC37C-53AC-C9AD-81D5-8AB560E04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6829607C-92BB-C39C-2D9C-3CBA5FE0F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3884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EDC80B62-4EBB-2F52-7F4C-55B5953D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E35A5566-C9A2-BE93-87D3-6AB4E72BC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E0FAA860-77D7-97CE-3F85-944BA9C92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618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FF776433-B716-849A-3492-3D72C7CF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88BF0E4F-7D89-1ED1-7C49-772C324C4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BB9368CD-F5E9-5F97-13D2-20BE6D64F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0872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B1BCEFD8-3FB7-6BCF-273F-5DA13E40E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7D5F42B4-5398-4C34-FFE9-EB737780F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35BECB45-A7CB-5D2D-5871-86B2C169A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127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A9691CEF-5676-5520-D64E-8EA72514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>
            <a:extLst>
              <a:ext uri="{FF2B5EF4-FFF2-40B4-BE49-F238E27FC236}">
                <a16:creationId xmlns:a16="http://schemas.microsoft.com/office/drawing/2014/main" id="{0DE5EE96-2D28-C520-E67D-0257A34F4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>
            <a:extLst>
              <a:ext uri="{FF2B5EF4-FFF2-40B4-BE49-F238E27FC236}">
                <a16:creationId xmlns:a16="http://schemas.microsoft.com/office/drawing/2014/main" id="{6D17B92E-8C0B-30C8-69FA-3ABF95189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6804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title"/>
          </p:nvPr>
        </p:nvSpPr>
        <p:spPr>
          <a:xfrm>
            <a:off x="262582" y="2316163"/>
            <a:ext cx="861883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body" idx="1"/>
          </p:nvPr>
        </p:nvSpPr>
        <p:spPr>
          <a:xfrm>
            <a:off x="261938" y="4043363"/>
            <a:ext cx="862012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Slide - Green Header">
  <p:cSld name="1_Content Slide - Gree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body" idx="1"/>
          </p:nvPr>
        </p:nvSpPr>
        <p:spPr>
          <a:xfrm>
            <a:off x="262582" y="1744946"/>
            <a:ext cx="8618837" cy="408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Green Header">
  <p:cSld name="Content Slide - Gree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body" idx="1"/>
          </p:nvPr>
        </p:nvSpPr>
        <p:spPr>
          <a:xfrm>
            <a:off x="259492" y="1762162"/>
            <a:ext cx="4198208" cy="45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2"/>
          </p:nvPr>
        </p:nvSpPr>
        <p:spPr>
          <a:xfrm>
            <a:off x="259492" y="2216018"/>
            <a:ext cx="4198208" cy="43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3"/>
          </p:nvPr>
        </p:nvSpPr>
        <p:spPr>
          <a:xfrm>
            <a:off x="4680122" y="2225543"/>
            <a:ext cx="4198208" cy="43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body" idx="4"/>
          </p:nvPr>
        </p:nvSpPr>
        <p:spPr>
          <a:xfrm>
            <a:off x="4680122" y="1762162"/>
            <a:ext cx="4198208" cy="45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White">
  <p:cSld name="Content Slide -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262582" y="217728"/>
            <a:ext cx="8618837" cy="126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44"/>
              </a:buClr>
              <a:buSzPts val="4400"/>
              <a:buFont typeface="Arial"/>
              <a:buNone/>
              <a:defRPr b="1" i="0">
                <a:solidFill>
                  <a:srgbClr val="009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262582" y="1744946"/>
            <a:ext cx="8618837" cy="408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 + Logo">
  <p:cSld name="Title Slide - White + Log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>
            <a:spLocks noGrp="1"/>
          </p:cNvSpPr>
          <p:nvPr>
            <p:ph type="title"/>
          </p:nvPr>
        </p:nvSpPr>
        <p:spPr>
          <a:xfrm>
            <a:off x="262582" y="2171782"/>
            <a:ext cx="861883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44"/>
              </a:buClr>
              <a:buSzPts val="4400"/>
              <a:buFont typeface="Arial"/>
              <a:buNone/>
              <a:defRPr b="1" i="0">
                <a:solidFill>
                  <a:srgbClr val="009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1"/>
          </p:nvPr>
        </p:nvSpPr>
        <p:spPr>
          <a:xfrm>
            <a:off x="261938" y="3898982"/>
            <a:ext cx="862012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Green + Logo">
  <p:cSld name="Title Slide - Green + Log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>
            <a:spLocks noGrp="1"/>
          </p:cNvSpPr>
          <p:nvPr>
            <p:ph type="title"/>
          </p:nvPr>
        </p:nvSpPr>
        <p:spPr>
          <a:xfrm>
            <a:off x="262582" y="1969654"/>
            <a:ext cx="861883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body" idx="1"/>
          </p:nvPr>
        </p:nvSpPr>
        <p:spPr>
          <a:xfrm>
            <a:off x="261938" y="3696854"/>
            <a:ext cx="862012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Green + White Footer">
  <p:cSld name="Title Slide - Green + White Foot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262582" y="3483709"/>
            <a:ext cx="861883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body" idx="1"/>
          </p:nvPr>
        </p:nvSpPr>
        <p:spPr>
          <a:xfrm>
            <a:off x="261938" y="5680144"/>
            <a:ext cx="862012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262582" y="231989"/>
            <a:ext cx="8618837" cy="126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259492" y="1693503"/>
            <a:ext cx="4198208" cy="43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80122" y="1703028"/>
            <a:ext cx="4198208" cy="43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Slide - Blank Green Header">
  <p:cSld name="1_Content Slide - Blank Gree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6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1"/>
          </p:nvPr>
        </p:nvSpPr>
        <p:spPr>
          <a:xfrm>
            <a:off x="262581" y="1832296"/>
            <a:ext cx="4198208" cy="4756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2"/>
          </p:nvPr>
        </p:nvSpPr>
        <p:spPr>
          <a:xfrm>
            <a:off x="4683211" y="1841821"/>
            <a:ext cx="4198208" cy="4756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Slide - White">
  <p:cSld name="1_Content Slide -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7"/>
          <p:cNvSpPr txBox="1">
            <a:spLocks noGrp="1"/>
          </p:cNvSpPr>
          <p:nvPr>
            <p:ph type="title"/>
          </p:nvPr>
        </p:nvSpPr>
        <p:spPr>
          <a:xfrm>
            <a:off x="262582" y="259897"/>
            <a:ext cx="8618837" cy="126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44"/>
              </a:buClr>
              <a:buSzPts val="4400"/>
              <a:buFont typeface="Arial"/>
              <a:buNone/>
              <a:defRPr b="1" i="0">
                <a:solidFill>
                  <a:srgbClr val="009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1"/>
          </p:nvPr>
        </p:nvSpPr>
        <p:spPr>
          <a:xfrm>
            <a:off x="259492" y="1762162"/>
            <a:ext cx="4198208" cy="45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2"/>
          </p:nvPr>
        </p:nvSpPr>
        <p:spPr>
          <a:xfrm>
            <a:off x="259492" y="2216018"/>
            <a:ext cx="4198208" cy="43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body" idx="3"/>
          </p:nvPr>
        </p:nvSpPr>
        <p:spPr>
          <a:xfrm>
            <a:off x="4680122" y="2225543"/>
            <a:ext cx="4198208" cy="437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body" idx="4"/>
          </p:nvPr>
        </p:nvSpPr>
        <p:spPr>
          <a:xfrm>
            <a:off x="4680122" y="1762162"/>
            <a:ext cx="4198208" cy="45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 - Green">
  <p:cSld name="Section Slide -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>
            <a:spLocks noGrp="1"/>
          </p:cNvSpPr>
          <p:nvPr>
            <p:ph type="title"/>
          </p:nvPr>
        </p:nvSpPr>
        <p:spPr>
          <a:xfrm>
            <a:off x="262582" y="2316163"/>
            <a:ext cx="861883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Blank White">
  <p:cSld name="Content Slide - Blank White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Blank Green">
  <p:cSld name="Content Slide - Blank Green">
    <p:bg>
      <p:bgPr>
        <a:solidFill>
          <a:srgbClr val="009A44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5-91878-0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abs/pii/S0378778824001130" TargetMode="External"/><Relationship Id="rId4" Type="http://schemas.openxmlformats.org/officeDocument/2006/relationships/hyperlink" Target="https://www.mdpi.com/1996-1073/15/20/7547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>
            <a:spLocks noGrp="1"/>
          </p:cNvSpPr>
          <p:nvPr>
            <p:ph type="title"/>
          </p:nvPr>
        </p:nvSpPr>
        <p:spPr>
          <a:xfrm>
            <a:off x="261294" y="2489580"/>
            <a:ext cx="8618837" cy="29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lang="en-US" sz="3300" dirty="0"/>
            </a:br>
            <a:r>
              <a:rPr lang="en-US" sz="3300" dirty="0"/>
              <a:t>CSCI 543/DATA 532 - Machine Learning</a:t>
            </a:r>
            <a:br>
              <a:rPr lang="en-US" sz="3300" dirty="0"/>
            </a:br>
            <a:r>
              <a:rPr lang="en-US" sz="3300" dirty="0"/>
              <a:t>Fall 2025</a:t>
            </a:r>
            <a:br>
              <a:rPr lang="en-US" sz="4000" dirty="0"/>
            </a:br>
            <a:br>
              <a:rPr lang="en-US" u="sng" dirty="0"/>
            </a:br>
            <a:r>
              <a:rPr lang="en-US" sz="3800" dirty="0"/>
              <a:t>Project Presentation</a:t>
            </a:r>
            <a:br>
              <a:rPr lang="en-US" dirty="0"/>
            </a:br>
            <a:br>
              <a:rPr lang="en-US" u="sng" dirty="0"/>
            </a:br>
            <a:r>
              <a:rPr lang="en-US" sz="4000" u="sng" dirty="0"/>
              <a:t>Topic: Predicting future values for monthly electricity consumption</a:t>
            </a:r>
            <a:br>
              <a:rPr lang="en-US" dirty="0"/>
            </a:br>
            <a:r>
              <a:rPr lang="en-US" dirty="0"/>
              <a:t> </a:t>
            </a:r>
            <a:endParaRPr dirty="0"/>
          </a:p>
        </p:txBody>
      </p:sp>
      <p:sp>
        <p:nvSpPr>
          <p:cNvPr id="62" name="Google Shape;62;p1"/>
          <p:cNvSpPr txBox="1">
            <a:spLocks noGrp="1"/>
          </p:cNvSpPr>
          <p:nvPr>
            <p:ph type="body" idx="1"/>
          </p:nvPr>
        </p:nvSpPr>
        <p:spPr>
          <a:xfrm>
            <a:off x="261294" y="5245927"/>
            <a:ext cx="8620125" cy="120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dirty="0"/>
              <a:t>Vigneshwar (Vig) Parameshwar</a:t>
            </a:r>
            <a:endParaRPr dirty="0"/>
          </a:p>
          <a:p>
            <a:pPr marL="2286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dirty="0"/>
              <a:t>Siddartha (Sid) Bandi</a:t>
            </a:r>
          </a:p>
          <a:p>
            <a:pPr marL="2286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Presentation Plan </a:t>
            </a:r>
            <a:endParaRPr/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1"/>
          </p:nvPr>
        </p:nvSpPr>
        <p:spPr>
          <a:xfrm>
            <a:off x="262582" y="1744946"/>
            <a:ext cx="8618837" cy="408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The following topics will be covered in our presentation: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Acknowledgement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Problem Statement and Motivation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Objectives</a:t>
            </a:r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Project Significance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Data Used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-US" dirty="0"/>
              <a:t>/ Models Used 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Results and Analysis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Conclusion, Limitations and Future Work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References</a:t>
            </a:r>
            <a:endParaRPr dirty="0"/>
          </a:p>
          <a:p>
            <a:pPr marL="685800" lvl="1" indent="-101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685800" lvl="1" indent="-101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69" name="Google Shape;69;p2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Acknowledgement </a:t>
            </a:r>
            <a:endParaRPr/>
          </a:p>
        </p:txBody>
      </p:sp>
      <p:sp>
        <p:nvSpPr>
          <p:cNvPr id="75" name="Google Shape;75;p3"/>
          <p:cNvSpPr txBox="1">
            <a:spLocks noGrp="1"/>
          </p:cNvSpPr>
          <p:nvPr>
            <p:ph type="body" idx="1"/>
          </p:nvPr>
        </p:nvSpPr>
        <p:spPr>
          <a:xfrm>
            <a:off x="256438" y="1788039"/>
            <a:ext cx="8618837" cy="459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n-US" sz="1600" dirty="0"/>
              <a:t>While working on our project, we encountered some difficulty with obtaining the radar dataset. 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Our sincere thanks to our Professor, </a:t>
            </a:r>
            <a:r>
              <a:rPr lang="en-US" sz="1600" b="1" dirty="0"/>
              <a:t>Dr. Meera Gopinath Sujatha </a:t>
            </a:r>
            <a:r>
              <a:rPr lang="en-US" sz="1600" dirty="0"/>
              <a:t>for her guidance to evaluate the performance of different regression models on electricity consumption data.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dirty="0"/>
              <a:t>This project would not have been possible without the support of our teammate </a:t>
            </a:r>
            <a:r>
              <a:rPr lang="en-US" sz="1600" b="1" dirty="0"/>
              <a:t>Taylor</a:t>
            </a:r>
            <a:r>
              <a:rPr lang="en-US" sz="1600" dirty="0"/>
              <a:t>, who built the FFNN model. Her domain expertise helped us interpret the results.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 dirty="0"/>
              <a:t>Sid</a:t>
            </a:r>
            <a:r>
              <a:rPr lang="en-US" sz="1600" dirty="0"/>
              <a:t> built the SVM and LSTM models and provided feedback on the report and slides </a:t>
            </a: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 b="1" dirty="0"/>
              <a:t>Vig</a:t>
            </a:r>
            <a:r>
              <a:rPr lang="en-US" sz="1600" dirty="0"/>
              <a:t> was responsible for overall project management, code testing and providing feedback to Taylor/Sid, doing the literature review, drafting the report and making slides. </a:t>
            </a:r>
          </a:p>
        </p:txBody>
      </p:sp>
      <p:sp>
        <p:nvSpPr>
          <p:cNvPr id="76" name="Google Shape;76;p3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/>
              <a:t>Problem Statement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and Motivation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1"/>
          </p:nvPr>
        </p:nvSpPr>
        <p:spPr>
          <a:xfrm>
            <a:off x="262582" y="1744946"/>
            <a:ext cx="8618837" cy="438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Goals: </a:t>
            </a:r>
            <a:r>
              <a:rPr lang="en-US" sz="1800" b="0" i="0" u="none" strike="noStrik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This goals of this project are three-fold: </a:t>
            </a:r>
            <a:endParaRPr sz="1800" dirty="0">
              <a:latin typeface="+mj-lt"/>
            </a:endParaRPr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To apply</a:t>
            </a:r>
            <a:r>
              <a:rPr lang="en-US" sz="1600" b="0" i="0" u="none" strike="noStrik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3 supervised ML </a:t>
            </a: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regression</a:t>
            </a:r>
            <a:r>
              <a:rPr lang="en-US" sz="1600" b="0" i="0" u="none" strike="noStrik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models to forecast monthly electricity consumption for two U.S. </a:t>
            </a: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metro cities (Minneapolis and Phoenix)</a:t>
            </a:r>
            <a:r>
              <a:rPr lang="en-US" sz="1600" b="0" i="0" u="none" strike="noStrik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endParaRPr lang="en-US" sz="1600" dirty="0">
              <a:latin typeface="+mj-lt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Support Vector Machine (SVM)</a:t>
            </a: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Feed Forward Neural Network (FFNN)</a:t>
            </a: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✔"/>
            </a:pP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Long Short-Term Memory (LSTM)</a:t>
            </a:r>
            <a:endParaRPr sz="1600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endParaRPr dirty="0">
              <a:latin typeface="+mj-lt"/>
            </a:endParaRPr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To determine which model(s) performed the best for this task</a:t>
            </a:r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endParaRPr lang="en-US" sz="1600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To use explainable AI techniques like SHAP and LIME to interpret the models and determine which features contributed to predicting the electricity consumption value </a:t>
            </a:r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endParaRPr lang="en-US" sz="1200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indent="0">
              <a:buClr>
                <a:srgbClr val="000000"/>
              </a:buClr>
              <a:buSzPts val="1200"/>
              <a:buNone/>
            </a:pPr>
            <a:r>
              <a:rPr lang="en-US" sz="1800" b="1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Motivation: </a:t>
            </a:r>
            <a:r>
              <a:rPr lang="en-US" sz="1800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This project idea came from Vig and Taylor’s PhD dissertations, which involve applying AI/ML techniques to space radar and meteorological data. We have used real electricity consumption data to build and test three ML models which Taylor needed to move her dissertation forward.</a:t>
            </a:r>
          </a:p>
        </p:txBody>
      </p:sp>
      <p:sp>
        <p:nvSpPr>
          <p:cNvPr id="83" name="Google Shape;83;p4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/>
              <a:t>Objectives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262582" y="1744946"/>
            <a:ext cx="8618837" cy="408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dirty="0">
                <a:solidFill>
                  <a:srgbClr val="1B1C1D"/>
                </a:solidFill>
              </a:rPr>
              <a:t>With cities facing extreme weather and growth in population, accurately forecasting electricity demand is important for utilities, city planners and energy researchers</a:t>
            </a:r>
          </a:p>
          <a:p>
            <a:pPr marL="228600" lvl="0" indent="-228600" algn="just">
              <a:spcBef>
                <a:spcPts val="0"/>
              </a:spcBef>
              <a:buClr>
                <a:srgbClr val="1B1C1D"/>
              </a:buClr>
            </a:pPr>
            <a:endParaRPr lang="en-US" sz="2000" dirty="0">
              <a:solidFill>
                <a:srgbClr val="1B1C1D"/>
              </a:solidFill>
            </a:endParaRPr>
          </a:p>
          <a:p>
            <a:pPr marL="228600" lvl="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dirty="0">
                <a:solidFill>
                  <a:srgbClr val="1B1C1D"/>
                </a:solidFill>
              </a:rPr>
              <a:t>Understanding how temperature and seasonal patterns affect electricity consumption is critical</a:t>
            </a:r>
          </a:p>
          <a:p>
            <a:pPr marL="228600" lvl="0" indent="-228600" algn="just">
              <a:spcBef>
                <a:spcPts val="0"/>
              </a:spcBef>
              <a:buClr>
                <a:srgbClr val="1B1C1D"/>
              </a:buClr>
            </a:pPr>
            <a:endParaRPr lang="en-US" sz="2000" dirty="0">
              <a:solidFill>
                <a:srgbClr val="1B1C1D"/>
              </a:solidFill>
            </a:endParaRPr>
          </a:p>
          <a:p>
            <a:pPr marL="228600" lvl="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dirty="0">
                <a:solidFill>
                  <a:srgbClr val="1B1C1D"/>
                </a:solidFill>
              </a:rPr>
              <a:t>ML models execute quickly, identify patterns and learn data relationships</a:t>
            </a:r>
          </a:p>
        </p:txBody>
      </p:sp>
      <p:sp>
        <p:nvSpPr>
          <p:cNvPr id="91" name="Google Shape;91;p5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06DB76-4016-90BF-BEF4-DC7BEE33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47" y="4090324"/>
            <a:ext cx="3400424" cy="191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E52CF1-49AC-E03D-9FD7-C8F4498AEEF8}"/>
              </a:ext>
            </a:extLst>
          </p:cNvPr>
          <p:cNvSpPr txBox="1"/>
          <p:nvPr/>
        </p:nvSpPr>
        <p:spPr>
          <a:xfrm>
            <a:off x="29728" y="4429125"/>
            <a:ext cx="20844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Audience: Can you guess the cities based on their skyline?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01DD3-5903-2DD7-E02E-DBDFDC9C5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514" y="4090324"/>
            <a:ext cx="3185136" cy="1911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2F401E-A2F1-60AB-B2E8-0D6A337922A5}"/>
              </a:ext>
            </a:extLst>
          </p:cNvPr>
          <p:cNvSpPr txBox="1"/>
          <p:nvPr/>
        </p:nvSpPr>
        <p:spPr>
          <a:xfrm>
            <a:off x="3009900" y="5989736"/>
            <a:ext cx="2190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Minneapolis, MN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C2FDA-A31B-3B65-BD52-83EC425530F4}"/>
              </a:ext>
            </a:extLst>
          </p:cNvPr>
          <p:cNvSpPr txBox="1"/>
          <p:nvPr/>
        </p:nvSpPr>
        <p:spPr>
          <a:xfrm>
            <a:off x="6675100" y="5989736"/>
            <a:ext cx="2190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Phoenix, AZ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A5B51EC2-5EC0-C4FE-D919-E806762A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>
            <a:extLst>
              <a:ext uri="{FF2B5EF4-FFF2-40B4-BE49-F238E27FC236}">
                <a16:creationId xmlns:a16="http://schemas.microsoft.com/office/drawing/2014/main" id="{6C73AB9E-F20F-1B9D-C84D-A07848E47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Project Significance </a:t>
            </a:r>
            <a:endParaRPr/>
          </a:p>
        </p:txBody>
      </p:sp>
      <p:sp>
        <p:nvSpPr>
          <p:cNvPr id="90" name="Google Shape;90;p5">
            <a:extLst>
              <a:ext uri="{FF2B5EF4-FFF2-40B4-BE49-F238E27FC236}">
                <a16:creationId xmlns:a16="http://schemas.microsoft.com/office/drawing/2014/main" id="{ED8A3E1D-0F47-CE70-A278-A64A88F65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2582" y="1744946"/>
            <a:ext cx="8618837" cy="408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b="1" dirty="0">
                <a:solidFill>
                  <a:srgbClr val="1B1C1D"/>
                </a:solidFill>
              </a:rPr>
              <a:t>Model Comparison</a:t>
            </a:r>
            <a:r>
              <a:rPr lang="en-US" sz="2000" dirty="0">
                <a:solidFill>
                  <a:srgbClr val="1B1C1D"/>
                </a:solidFill>
              </a:rPr>
              <a:t>: We evaluate three different supervised ML models to understand which approach is most effective for time-series energy forecasting.</a:t>
            </a:r>
          </a:p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endParaRPr lang="en-US" sz="2000" dirty="0">
              <a:solidFill>
                <a:srgbClr val="1B1C1D"/>
              </a:solidFill>
            </a:endParaRPr>
          </a:p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b="1" dirty="0">
                <a:solidFill>
                  <a:srgbClr val="1B1C1D"/>
                </a:solidFill>
              </a:rPr>
              <a:t>Feature Engineering: </a:t>
            </a:r>
            <a:r>
              <a:rPr lang="en-US" sz="2000" dirty="0">
                <a:solidFill>
                  <a:srgbClr val="1B1C1D"/>
                </a:solidFill>
              </a:rPr>
              <a:t>We demonstrate how weather variables, seasonal encodings, and lagged features can improve electricity-use prediction.</a:t>
            </a:r>
          </a:p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endParaRPr lang="en-US" sz="2000" dirty="0">
              <a:solidFill>
                <a:srgbClr val="1B1C1D"/>
              </a:solidFill>
            </a:endParaRPr>
          </a:p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b="1" dirty="0">
                <a:solidFill>
                  <a:srgbClr val="1B1C1D"/>
                </a:solidFill>
              </a:rPr>
              <a:t>Explainability:</a:t>
            </a:r>
            <a:r>
              <a:rPr lang="en-US" sz="2000" dirty="0">
                <a:solidFill>
                  <a:srgbClr val="1B1C1D"/>
                </a:solidFill>
              </a:rPr>
              <a:t> We use SHAP and LIME to interpret model behavior and highlight which features most strongly influence predictions.</a:t>
            </a:r>
          </a:p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endParaRPr lang="en-US" sz="2000" dirty="0">
              <a:solidFill>
                <a:srgbClr val="1B1C1D"/>
              </a:solidFill>
            </a:endParaRPr>
          </a:p>
          <a:p>
            <a:pPr marL="228600" indent="-228600" algn="just">
              <a:spcBef>
                <a:spcPts val="0"/>
              </a:spcBef>
              <a:buClr>
                <a:srgbClr val="1B1C1D"/>
              </a:buClr>
            </a:pPr>
            <a:r>
              <a:rPr lang="en-US" sz="2000" b="1" dirty="0">
                <a:solidFill>
                  <a:srgbClr val="1B1C1D"/>
                </a:solidFill>
              </a:rPr>
              <a:t>Cross-Validation Use:</a:t>
            </a:r>
            <a:r>
              <a:rPr lang="en-US" sz="2000" dirty="0">
                <a:solidFill>
                  <a:srgbClr val="1B1C1D"/>
                </a:solidFill>
              </a:rPr>
              <a:t> We apply Time Series Split to measure how stable each model is and how well it generalizes when forecasting across different time periods.</a:t>
            </a:r>
          </a:p>
        </p:txBody>
      </p:sp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F08D7BF1-C5CF-24A6-EAED-9DCD256EFCEF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Literature Review 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EB367A9-4639-B003-3CE1-54A6E86E37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7984648"/>
              </p:ext>
            </p:extLst>
          </p:nvPr>
        </p:nvGraphicFramePr>
        <p:xfrm>
          <a:off x="108155" y="1355272"/>
          <a:ext cx="8917857" cy="5114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/>
              <a:t>Data Used</a:t>
            </a:r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body" idx="1"/>
          </p:nvPr>
        </p:nvSpPr>
        <p:spPr>
          <a:xfrm>
            <a:off x="262581" y="1604987"/>
            <a:ext cx="8618837" cy="4084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Subset of Obringer dataset, collected from January 2007 thru December 2018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Provides monthly electricity usage for metro cities in the USA [1]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sz="18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/>
              <a:t>For this project, we focused on two U.S. cities: Minneapolis, MN and Phoenix, AZ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sz="1800" dirty="0">
              <a:highlight>
                <a:srgbClr val="FFFFFF"/>
              </a:highlight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800" dirty="0">
                <a:highlight>
                  <a:srgbClr val="FFFFFF"/>
                </a:highlight>
              </a:rPr>
              <a:t>The Minneapolis data frame has 96 records (rows) with 53 features (columns)</a:t>
            </a:r>
            <a:endParaRPr sz="1800" dirty="0">
              <a:highlight>
                <a:srgbClr val="FFFFFF"/>
              </a:highlight>
            </a:endParaRPr>
          </a:p>
          <a:p>
            <a:pPr marL="22860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>
                <a:highlight>
                  <a:srgbClr val="FFFFFF"/>
                </a:highlight>
              </a:rPr>
              <a:t>The Phoenix data frame has 114 records (rows) with 47 features (columns), as the humidity index was not available</a:t>
            </a:r>
            <a:endParaRPr sz="1800" dirty="0">
              <a:highlight>
                <a:srgbClr val="FFFFFF"/>
              </a:highlight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highlight>
                <a:srgbClr val="FFFF00"/>
              </a:highlight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550150" y="5792200"/>
            <a:ext cx="44826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Image 1: Screenshot of Minneapolis Dataset</a:t>
            </a:r>
            <a:r>
              <a:rPr lang="en-US" sz="10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5294001" y="5792201"/>
            <a:ext cx="38037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Image 2: Screenshot of Phoenix Dataset</a:t>
            </a:r>
            <a:r>
              <a:rPr lang="en-US" sz="10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9" title="Screenshot 2025-12-09 at 3.5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25" y="3803025"/>
            <a:ext cx="4284146" cy="19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 title="Screenshot 2025-12-09 at 3.59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4000" y="3788209"/>
            <a:ext cx="3587426" cy="201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/>
              <a:t>Methodology / Models Used </a:t>
            </a:r>
            <a:endParaRPr dirty="0"/>
          </a:p>
        </p:txBody>
      </p:sp>
      <p:sp>
        <p:nvSpPr>
          <p:cNvPr id="142" name="Google Shape;142;p10"/>
          <p:cNvSpPr txBox="1">
            <a:spLocks noGrp="1"/>
          </p:cNvSpPr>
          <p:nvPr>
            <p:ph type="body" idx="1"/>
          </p:nvPr>
        </p:nvSpPr>
        <p:spPr>
          <a:xfrm>
            <a:off x="262582" y="1744945"/>
            <a:ext cx="8618837" cy="4639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Preparing the dataset </a:t>
            </a:r>
            <a:r>
              <a:rPr lang="en-US" dirty="0"/>
              <a:t>for modeling (visualization, handling missing values, feature engineering, box plots for outliers, correlation heatmap) 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Feature engineering </a:t>
            </a:r>
            <a:r>
              <a:rPr lang="en-US" dirty="0"/>
              <a:t>performed by incorporating weather variables, seasonal encodings, and lagged features can improve electricity-use prediction.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Regression models </a:t>
            </a:r>
            <a:r>
              <a:rPr lang="en-US" dirty="0"/>
              <a:t>used for electricity demand forecasting: SVM, FFNN, LSTM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dirty="0"/>
          </a:p>
          <a:p>
            <a:pPr marL="228600" indent="-228600" algn="just">
              <a:spcBef>
                <a:spcPts val="0"/>
              </a:spcBef>
              <a:buSzPct val="100000"/>
            </a:pPr>
            <a:r>
              <a:rPr lang="en-US" b="1" dirty="0"/>
              <a:t>Time-series data preparation </a:t>
            </a:r>
            <a:r>
              <a:rPr lang="en-US" dirty="0"/>
              <a:t>performed for LSTM modeling (tensors) </a:t>
            </a:r>
          </a:p>
          <a:p>
            <a:pPr marL="228600" indent="-228600" algn="just">
              <a:spcBef>
                <a:spcPts val="0"/>
              </a:spcBef>
              <a:buSzPct val="100000"/>
            </a:pPr>
            <a:endParaRPr lang="en-US" b="1" dirty="0"/>
          </a:p>
          <a:p>
            <a:pPr marL="228600" indent="-228600" algn="just">
              <a:spcBef>
                <a:spcPts val="0"/>
              </a:spcBef>
              <a:buSzPct val="100000"/>
            </a:pPr>
            <a:r>
              <a:rPr lang="en-US" b="1" dirty="0"/>
              <a:t>Model performance</a:t>
            </a:r>
            <a:r>
              <a:rPr lang="en-US" dirty="0"/>
              <a:t> </a:t>
            </a:r>
            <a:r>
              <a:rPr lang="en-US" b="1" dirty="0"/>
              <a:t>evaluated</a:t>
            </a:r>
            <a:r>
              <a:rPr lang="en-US" dirty="0"/>
              <a:t> using standard regression metrics: Mean Absolute Error (MAE), Root Mean Squared Error (RMSE), R² score</a:t>
            </a:r>
          </a:p>
          <a:p>
            <a:pPr marL="228600" indent="-228600" algn="just">
              <a:spcBef>
                <a:spcPts val="0"/>
              </a:spcBef>
              <a:buSzPct val="100000"/>
            </a:pPr>
            <a:endParaRPr lang="en-US" b="1" dirty="0"/>
          </a:p>
          <a:p>
            <a:pPr marL="228600" indent="-228600" algn="just">
              <a:spcBef>
                <a:spcPts val="0"/>
              </a:spcBef>
              <a:buSzPct val="100000"/>
            </a:pPr>
            <a:r>
              <a:rPr lang="en-US" b="1" dirty="0"/>
              <a:t>Model generalization checked</a:t>
            </a:r>
            <a:r>
              <a:rPr lang="en-US" dirty="0"/>
              <a:t> using k-fold cross-validation and k=5</a:t>
            </a:r>
          </a:p>
          <a:p>
            <a:pPr marL="228600" indent="-228600" algn="just">
              <a:spcBef>
                <a:spcPts val="0"/>
              </a:spcBef>
              <a:buSzPct val="100000"/>
            </a:pPr>
            <a:endParaRPr lang="en-US" dirty="0"/>
          </a:p>
          <a:p>
            <a:pPr marL="228600" indent="-228600" algn="just">
              <a:spcBef>
                <a:spcPts val="0"/>
              </a:spcBef>
              <a:buSzPct val="100000"/>
            </a:pPr>
            <a:r>
              <a:rPr lang="en-US" b="1" dirty="0"/>
              <a:t>Explainable AI (</a:t>
            </a:r>
            <a:r>
              <a:rPr lang="en-US" b="1" dirty="0" err="1"/>
              <a:t>xAI</a:t>
            </a:r>
            <a:r>
              <a:rPr lang="en-US" b="1" dirty="0"/>
              <a:t>) techniques </a:t>
            </a:r>
            <a:r>
              <a:rPr lang="en-US" dirty="0"/>
              <a:t>applied: SHAP (global and local feature importance) and LIME (local prediction explanations)</a:t>
            </a:r>
          </a:p>
          <a:p>
            <a:pPr marL="228600" indent="-228600" algn="just">
              <a:spcBef>
                <a:spcPts val="0"/>
              </a:spcBef>
              <a:buSzPct val="100000"/>
            </a:pPr>
            <a:endParaRPr lang="en-US" dirty="0"/>
          </a:p>
          <a:p>
            <a:pPr marL="228600" indent="-228600" algn="just">
              <a:spcBef>
                <a:spcPts val="0"/>
              </a:spcBef>
              <a:buSzPct val="100000"/>
            </a:pPr>
            <a:r>
              <a:rPr lang="en-US" b="1" dirty="0"/>
              <a:t>Criteria for selecting best model</a:t>
            </a:r>
            <a:r>
              <a:rPr lang="en-US" dirty="0"/>
              <a:t>: Minimum error (MAE, RMSE) and maximum correlation R²</a:t>
            </a:r>
          </a:p>
          <a:p>
            <a:pPr marL="228600" indent="-228600" algn="just">
              <a:spcBef>
                <a:spcPts val="0"/>
              </a:spcBef>
              <a:buSzPct val="100000"/>
            </a:pPr>
            <a:endParaRPr lang="en-US" dirty="0"/>
          </a:p>
          <a:p>
            <a:pPr marL="228600" indent="-228600" algn="just">
              <a:spcBef>
                <a:spcPts val="0"/>
              </a:spcBef>
              <a:buSzPct val="100000"/>
            </a:pPr>
            <a:r>
              <a:rPr lang="en-US" b="1" dirty="0"/>
              <a:t>Hypotheses</a:t>
            </a:r>
            <a:r>
              <a:rPr lang="en-US" dirty="0"/>
              <a:t> defined for each city: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H0: SVM or FFNN will be the best performing model</a:t>
            </a:r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H1: LSTM performs better</a:t>
            </a:r>
            <a:endParaRPr dirty="0"/>
          </a:p>
          <a:p>
            <a:pPr marL="342900" indent="-342900" algn="just">
              <a:buSzPct val="100000"/>
            </a:pPr>
            <a:r>
              <a:rPr lang="en-US" b="1" dirty="0"/>
              <a:t>Hypothesis testing </a:t>
            </a:r>
            <a:r>
              <a:rPr lang="en-US" dirty="0"/>
              <a:t>performed using standard regression metrics across models and cities</a:t>
            </a:r>
            <a:endParaRPr dirty="0"/>
          </a:p>
        </p:txBody>
      </p:sp>
      <p:sp>
        <p:nvSpPr>
          <p:cNvPr id="143" name="Google Shape;143;p10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</a:rPr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BF051AD7-B46F-6C72-D173-90E36280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>
            <a:extLst>
              <a:ext uri="{FF2B5EF4-FFF2-40B4-BE49-F238E27FC236}">
                <a16:creationId xmlns:a16="http://schemas.microsoft.com/office/drawing/2014/main" id="{EC25D3EA-1F68-A81E-3D05-B7ADA43ECD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200"/>
            </a:pPr>
            <a:r>
              <a:rPr lang="en-US" sz="3200" dirty="0"/>
              <a:t>Results and Analysis (Summary)</a:t>
            </a:r>
            <a:endParaRPr dirty="0"/>
          </a:p>
        </p:txBody>
      </p:sp>
      <p:sp>
        <p:nvSpPr>
          <p:cNvPr id="142" name="Google Shape;142;p10">
            <a:extLst>
              <a:ext uri="{FF2B5EF4-FFF2-40B4-BE49-F238E27FC236}">
                <a16:creationId xmlns:a16="http://schemas.microsoft.com/office/drawing/2014/main" id="{B0A0A858-95B2-E4E7-3399-4747061BC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2582" y="1744945"/>
            <a:ext cx="8618837" cy="4639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In the next 9 slides, we will present graphs showing different model results for Minneapolis and Phoenix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sz="16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Residuals</a:t>
            </a:r>
            <a:r>
              <a:rPr lang="en-US" sz="1600" dirty="0"/>
              <a:t> for the predictions by the 3 ML models show a left skew for Minneapolis (long tail on the right) and a more normal like distribution for Phoenix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sz="1600" b="1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k-fold cross-validation </a:t>
            </a:r>
            <a:r>
              <a:rPr lang="en-US" sz="1600" dirty="0"/>
              <a:t>shows consistent RMSE across folds, suggesting stable model performance and good generalization for both cities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sz="16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Correlation heatmaps </a:t>
            </a:r>
            <a:r>
              <a:rPr lang="en-US" sz="1600" dirty="0"/>
              <a:t>reveal strong temporal and climate-related relationships, supporting the inclusion of lagged variables and meteorological features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sz="16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SHAP results </a:t>
            </a:r>
            <a:r>
              <a:rPr lang="en-US" sz="1600" dirty="0"/>
              <a:t>indicate that lagged electricity consumption and temperature related features are the most influential predictors for both cities</a:t>
            </a: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sz="1600" dirty="0"/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b="1" dirty="0"/>
              <a:t>LIME explanations </a:t>
            </a:r>
            <a:r>
              <a:rPr lang="en-US" sz="1600" dirty="0"/>
              <a:t>demonstrate how individual predictions are driven by a small number of key features, providing local interpretability of the FFNN model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143" name="Google Shape;143;p10">
            <a:extLst>
              <a:ext uri="{FF2B5EF4-FFF2-40B4-BE49-F238E27FC236}">
                <a16:creationId xmlns:a16="http://schemas.microsoft.com/office/drawing/2014/main" id="{DA8D3F21-2B0E-0128-D706-4A9916DDA03F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</a:rPr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976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/>
              <a:t>Results and Analysis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(SVM) </a:t>
            </a:r>
            <a:endParaRPr sz="32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dirty="0"/>
          </a:p>
        </p:txBody>
      </p:sp>
      <p:pic>
        <p:nvPicPr>
          <p:cNvPr id="3" name="Picture 2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4ABA0DAF-6AF1-DDAF-5756-BFAFD6FAE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6625"/>
            <a:ext cx="9144000" cy="2218124"/>
          </a:xfrm>
          <a:prstGeom prst="rect">
            <a:avLst/>
          </a:prstGeom>
        </p:spPr>
      </p:pic>
      <p:pic>
        <p:nvPicPr>
          <p:cNvPr id="5" name="Picture 4" descr="A graph with red and black lines&#10;&#10;AI-generated content may be incorrect.">
            <a:extLst>
              <a:ext uri="{FF2B5EF4-FFF2-40B4-BE49-F238E27FC236}">
                <a16:creationId xmlns:a16="http://schemas.microsoft.com/office/drawing/2014/main" id="{71E7797D-ACE9-39D2-B01D-659283516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24749"/>
            <a:ext cx="9144000" cy="2330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/>
              <a:t>Results and Analysis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 (FFNN) </a:t>
            </a:r>
            <a:endParaRPr sz="32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dirty="0"/>
          </a:p>
        </p:txBody>
      </p:sp>
      <p:pic>
        <p:nvPicPr>
          <p:cNvPr id="3" name="Picture 2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B274CD7C-92CC-E568-1267-316DB4B5E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3" y="1624506"/>
            <a:ext cx="9144000" cy="2129539"/>
          </a:xfrm>
          <a:prstGeom prst="rect">
            <a:avLst/>
          </a:prstGeom>
        </p:spPr>
      </p:pic>
      <p:pic>
        <p:nvPicPr>
          <p:cNvPr id="5" name="Picture 4" descr="A graph with red lines&#10;&#10;AI-generated content may be incorrect.">
            <a:extLst>
              <a:ext uri="{FF2B5EF4-FFF2-40B4-BE49-F238E27FC236}">
                <a16:creationId xmlns:a16="http://schemas.microsoft.com/office/drawing/2014/main" id="{F479E863-A258-4729-A92D-5577722DB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43" y="3754045"/>
            <a:ext cx="9144000" cy="23616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(LSTM) </a:t>
            </a:r>
            <a:endParaRPr dirty="0"/>
          </a:p>
        </p:txBody>
      </p:sp>
      <p:sp>
        <p:nvSpPr>
          <p:cNvPr id="215" name="Google Shape;215;p19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dirty="0"/>
          </a:p>
        </p:txBody>
      </p:sp>
      <p:pic>
        <p:nvPicPr>
          <p:cNvPr id="3" name="Picture 2" descr="A graph with a line and a red dotted line&#10;&#10;AI-generated content may be incorrect.">
            <a:extLst>
              <a:ext uri="{FF2B5EF4-FFF2-40B4-BE49-F238E27FC236}">
                <a16:creationId xmlns:a16="http://schemas.microsoft.com/office/drawing/2014/main" id="{983EC603-E568-CBF7-E2EC-7FE41301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3" y="1607232"/>
            <a:ext cx="9144000" cy="2222090"/>
          </a:xfrm>
          <a:prstGeom prst="rect">
            <a:avLst/>
          </a:prstGeom>
        </p:spPr>
      </p:pic>
      <p:pic>
        <p:nvPicPr>
          <p:cNvPr id="5" name="Picture 4" descr="A graph with red and black lines&#10;&#10;AI-generated content may be incorrect.">
            <a:extLst>
              <a:ext uri="{FF2B5EF4-FFF2-40B4-BE49-F238E27FC236}">
                <a16:creationId xmlns:a16="http://schemas.microsoft.com/office/drawing/2014/main" id="{723F27EC-F8E6-F8B5-4FDB-D91853994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" y="3829323"/>
            <a:ext cx="9144000" cy="24141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B2EBBAE7-6D99-3B04-2CBA-FBB6953A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E8B2CB57-751C-7EA9-6834-929AAF7F9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</a:t>
            </a:r>
            <a:r>
              <a:rPr lang="en-US" sz="3200" dirty="0"/>
              <a:t>Final Comparison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815C7604-BF6F-ADE6-8AC4-828B89EC3EE9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dirty="0"/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235DBD2E-E57D-6D68-BDED-347115E36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2734"/>
            <a:ext cx="9144000" cy="2202685"/>
          </a:xfrm>
          <a:prstGeom prst="rect">
            <a:avLst/>
          </a:prstGeom>
        </p:spPr>
      </p:pic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12D5C2F-9956-569D-6E02-4B50F99D3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85420"/>
            <a:ext cx="9144000" cy="2340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9698C9-971D-6BA4-F35D-92A9FB3693FF}"/>
              </a:ext>
            </a:extLst>
          </p:cNvPr>
          <p:cNvSpPr txBox="1"/>
          <p:nvPr/>
        </p:nvSpPr>
        <p:spPr>
          <a:xfrm>
            <a:off x="2656115" y="1755925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predictions of all 3 models is quite close to the actual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482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F86B84F8-DEF7-E908-197A-1DDFBDA6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0791CD0B-3E16-AF70-5DE0-97E236450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</a:t>
            </a:r>
            <a:r>
              <a:rPr lang="en-US" sz="3200" dirty="0"/>
              <a:t>Residual Distribution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F1BE16BA-FD11-0682-1A3B-35CB38A09941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dirty="0"/>
          </a:p>
        </p:txBody>
      </p:sp>
      <p:pic>
        <p:nvPicPr>
          <p:cNvPr id="3" name="Picture 2" descr="A colorful graph with a curved line&#10;&#10;AI-generated content may be incorrect.">
            <a:extLst>
              <a:ext uri="{FF2B5EF4-FFF2-40B4-BE49-F238E27FC236}">
                <a16:creationId xmlns:a16="http://schemas.microsoft.com/office/drawing/2014/main" id="{418FE510-F808-D674-7DE0-9EE46A0EC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2900"/>
            <a:ext cx="9144000" cy="1909293"/>
          </a:xfrm>
          <a:prstGeom prst="rect">
            <a:avLst/>
          </a:prstGeom>
        </p:spPr>
      </p:pic>
      <p:pic>
        <p:nvPicPr>
          <p:cNvPr id="5" name="Picture 4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1EAF8E74-11D6-3677-B1A7-A2211E95C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32193"/>
            <a:ext cx="9144000" cy="2283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A22E6D-885D-9F4B-28AC-2C1F9A063E1B}"/>
              </a:ext>
            </a:extLst>
          </p:cNvPr>
          <p:cNvSpPr txBox="1"/>
          <p:nvPr/>
        </p:nvSpPr>
        <p:spPr>
          <a:xfrm>
            <a:off x="135371" y="1535500"/>
            <a:ext cx="8746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Residuals</a:t>
            </a:r>
            <a:r>
              <a:rPr lang="en-US" dirty="0"/>
              <a:t> for the predictions by the 3 ML models show a left skew for Minneapolis (long tail on the right) and a more normal like distribution for Phoenix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7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4F85CE91-995C-2178-E8A5-B2621DB9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36F970AC-D5C6-EA89-B766-DB6D36E32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(Cross Validation)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DA2E07A1-8C01-8FBD-E54D-C804F47F1D37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8F2C0-AF69-EF9D-FEE4-803B8E9DFF8B}"/>
              </a:ext>
            </a:extLst>
          </p:cNvPr>
          <p:cNvSpPr txBox="1"/>
          <p:nvPr/>
        </p:nvSpPr>
        <p:spPr>
          <a:xfrm>
            <a:off x="262581" y="1624372"/>
            <a:ext cx="88814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k-fold cross-validation </a:t>
            </a:r>
            <a:r>
              <a:rPr lang="en-US" dirty="0"/>
              <a:t>shows consistent RMSE across folds, suggesting stable model performance and good generalization for both cities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5A8AA7-38C5-B4FE-0AA4-4AA91E2FA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8" y="2153264"/>
            <a:ext cx="9009421" cy="1985551"/>
          </a:xfrm>
          <a:prstGeom prst="rect">
            <a:avLst/>
          </a:prstGeom>
        </p:spPr>
      </p:pic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6310B26B-79FA-D326-15BB-3CCC36386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81" y="4121108"/>
            <a:ext cx="8881417" cy="198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1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50403CB0-FA29-BE8B-19A6-9FE17015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8D10463D-8FE2-E3EF-0044-53C86DE65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(Correlation Heatmap)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BB1EDD49-476E-1FF2-9BB0-AE82526B9B14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ED05C774-615E-119F-AB54-6A6DA8C10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" y="2144485"/>
            <a:ext cx="4474751" cy="3955679"/>
          </a:xfrm>
          <a:prstGeom prst="rect">
            <a:avLst/>
          </a:prstGeom>
        </p:spPr>
      </p:pic>
      <p:pic>
        <p:nvPicPr>
          <p:cNvPr id="5" name="Picture 4" descr="A screenshot of a grid&#10;&#10;AI-generated content may be incorrect.">
            <a:extLst>
              <a:ext uri="{FF2B5EF4-FFF2-40B4-BE49-F238E27FC236}">
                <a16:creationId xmlns:a16="http://schemas.microsoft.com/office/drawing/2014/main" id="{94BCFEA4-1C25-416F-16FD-5F6561E8C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659" y="2144485"/>
            <a:ext cx="4396091" cy="3955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3BEBC-D852-3D2D-C4E2-B8500AFF3FA1}"/>
              </a:ext>
            </a:extLst>
          </p:cNvPr>
          <p:cNvSpPr txBox="1"/>
          <p:nvPr/>
        </p:nvSpPr>
        <p:spPr>
          <a:xfrm>
            <a:off x="262582" y="1640006"/>
            <a:ext cx="92855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Correlation heatmaps </a:t>
            </a:r>
            <a:r>
              <a:rPr lang="en-US" dirty="0"/>
              <a:t>reveal strong temporal and climate-related relationships, supporting the inclusion of lagged variables and meteorological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763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A9678E53-573A-DCE3-2817-D5F9A75D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5E0514C4-F459-3DFE-A13F-7AAB5F74C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</a:t>
            </a:r>
            <a:r>
              <a:rPr lang="en-US" sz="3200" dirty="0"/>
              <a:t>SHAP</a:t>
            </a: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5F78B83A-DAE7-5770-E194-489F071BC2FE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dirty="0"/>
          </a:p>
        </p:txBody>
      </p:sp>
      <p:pic>
        <p:nvPicPr>
          <p:cNvPr id="3" name="Picture 2" descr="A graph of a number of blue and white bars&#10;&#10;AI-generated content may be incorrect.">
            <a:extLst>
              <a:ext uri="{FF2B5EF4-FFF2-40B4-BE49-F238E27FC236}">
                <a16:creationId xmlns:a16="http://schemas.microsoft.com/office/drawing/2014/main" id="{E11931CA-D7B8-7853-1BD3-8AE4E32A0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7" y="2111829"/>
            <a:ext cx="4492653" cy="4003836"/>
          </a:xfrm>
          <a:prstGeom prst="rect">
            <a:avLst/>
          </a:prstGeom>
        </p:spPr>
      </p:pic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38B41F91-8147-E7C2-55BA-07546763E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857" y="2111829"/>
            <a:ext cx="4492652" cy="4003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22BF76-4C4F-6087-0FA3-BDCFB97221AB}"/>
              </a:ext>
            </a:extLst>
          </p:cNvPr>
          <p:cNvSpPr txBox="1"/>
          <p:nvPr/>
        </p:nvSpPr>
        <p:spPr>
          <a:xfrm>
            <a:off x="1" y="1614411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SHAP results </a:t>
            </a:r>
            <a:r>
              <a:rPr lang="en-US" dirty="0"/>
              <a:t>indicate that </a:t>
            </a:r>
            <a:r>
              <a:rPr lang="en-US" b="1" u="sng" dirty="0"/>
              <a:t>lagged electricity consumption </a:t>
            </a:r>
            <a:r>
              <a:rPr lang="en-US" dirty="0"/>
              <a:t>and temperature related features are the most influential predictors for both cities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15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5F095240-6113-AC3E-EA78-1A1A6598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595D7C6E-38C5-7E22-3D98-D6B025DA5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(LIME)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B1FF10F1-BCC6-3370-3DEC-7816DFDE04EE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pic>
        <p:nvPicPr>
          <p:cNvPr id="3" name="Picture 2" descr="A graph with red and green squares&#10;&#10;AI-generated content may be incorrect.">
            <a:extLst>
              <a:ext uri="{FF2B5EF4-FFF2-40B4-BE49-F238E27FC236}">
                <a16:creationId xmlns:a16="http://schemas.microsoft.com/office/drawing/2014/main" id="{DC92620C-EA1F-D806-7A06-12E5FFBF0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6256"/>
            <a:ext cx="4653547" cy="3939575"/>
          </a:xfrm>
          <a:prstGeom prst="rect">
            <a:avLst/>
          </a:prstGeom>
        </p:spPr>
      </p:pic>
      <p:pic>
        <p:nvPicPr>
          <p:cNvPr id="5" name="Picture 4" descr="A graph with a red and green bar graph&#10;&#10;AI-generated content may be incorrect.">
            <a:extLst>
              <a:ext uri="{FF2B5EF4-FFF2-40B4-BE49-F238E27FC236}">
                <a16:creationId xmlns:a16="http://schemas.microsoft.com/office/drawing/2014/main" id="{2BC67992-2633-6D89-20AE-549D68180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674" y="2166256"/>
            <a:ext cx="4380326" cy="3970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347EB3-8C95-E707-C8F7-0305D0D0186B}"/>
              </a:ext>
            </a:extLst>
          </p:cNvPr>
          <p:cNvSpPr txBox="1"/>
          <p:nvPr/>
        </p:nvSpPr>
        <p:spPr>
          <a:xfrm>
            <a:off x="76201" y="1614411"/>
            <a:ext cx="90677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LIME explanations </a:t>
            </a:r>
            <a:r>
              <a:rPr lang="en-US" dirty="0"/>
              <a:t>demonstrate how </a:t>
            </a:r>
            <a:r>
              <a:rPr lang="en-US" b="1" u="sng" dirty="0"/>
              <a:t>individual predictions are driven by a small number of key features</a:t>
            </a:r>
            <a:r>
              <a:rPr lang="en-US" dirty="0"/>
              <a:t>, providing local interpretability of the FFNN model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08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4234A71C-D221-7859-A4E8-C2118CE1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52833D24-6EB5-5392-5E26-0E3AB604C3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Results and Analysis (Hypothesis Testing) </a:t>
            </a:r>
            <a:endParaRPr dirty="0"/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9189FA91-6570-48C3-D988-029A16315FD3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623F6-501D-7042-4424-7C5C1E6DB8F5}"/>
              </a:ext>
            </a:extLst>
          </p:cNvPr>
          <p:cNvSpPr txBox="1"/>
          <p:nvPr/>
        </p:nvSpPr>
        <p:spPr>
          <a:xfrm>
            <a:off x="76201" y="1614411"/>
            <a:ext cx="906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pic>
        <p:nvPicPr>
          <p:cNvPr id="9" name="Picture 8" descr="A table with numbers and a green box&#10;&#10;AI-generated content may be incorrect.">
            <a:extLst>
              <a:ext uri="{FF2B5EF4-FFF2-40B4-BE49-F238E27FC236}">
                <a16:creationId xmlns:a16="http://schemas.microsoft.com/office/drawing/2014/main" id="{9B92583F-88F4-103A-27C4-BC8E626CA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022" y="3971926"/>
            <a:ext cx="5364397" cy="21476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21670F-9EE6-B88F-33AA-FF0C0FAF183B}"/>
              </a:ext>
            </a:extLst>
          </p:cNvPr>
          <p:cNvSpPr txBox="1"/>
          <p:nvPr/>
        </p:nvSpPr>
        <p:spPr>
          <a:xfrm>
            <a:off x="76201" y="1614411"/>
            <a:ext cx="9067799" cy="2762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1 and Table 2 show the evaluation metrics for each model from the holdout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Evaluation criteria:</a:t>
            </a:r>
            <a:r>
              <a:rPr lang="en-US" dirty="0"/>
              <a:t> Minimum error (MAE &amp; RMSE) and maximum correlation R²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LSTM </a:t>
            </a:r>
            <a:r>
              <a:rPr lang="en-US" dirty="0"/>
              <a:t>performed best for Phoenix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SVM</a:t>
            </a:r>
            <a:r>
              <a:rPr lang="en-US" dirty="0"/>
              <a:t> performed best for Minneapolis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Hypotheses made for each city</a:t>
            </a:r>
            <a:r>
              <a:rPr lang="en-US" dirty="0"/>
              <a:t>:</a:t>
            </a:r>
          </a:p>
          <a:p>
            <a:pPr marL="685800" lvl="1" indent="-228600" algn="just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Char char="•"/>
            </a:pPr>
            <a:r>
              <a:rPr lang="en-US" dirty="0"/>
              <a:t>H0: SVM or FFNN will be the best performing model</a:t>
            </a:r>
          </a:p>
          <a:p>
            <a:pPr marL="685800" lvl="1" indent="-228600" algn="just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Char char="•"/>
            </a:pPr>
            <a:r>
              <a:rPr lang="en-US" dirty="0"/>
              <a:t>H1: LSTM performs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7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Conclusion, Limitations, Future Work</a:t>
            </a:r>
            <a:endParaRPr dirty="0"/>
          </a:p>
        </p:txBody>
      </p:sp>
      <p:sp>
        <p:nvSpPr>
          <p:cNvPr id="250" name="Google Shape;250;p24"/>
          <p:cNvSpPr txBox="1">
            <a:spLocks noGrp="1"/>
          </p:cNvSpPr>
          <p:nvPr>
            <p:ph type="body" idx="1"/>
          </p:nvPr>
        </p:nvSpPr>
        <p:spPr>
          <a:xfrm>
            <a:off x="256438" y="1735113"/>
            <a:ext cx="8618837" cy="455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Conclusion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: LSTM is best for Phoenix, SVM is best for Minneapolis</a:t>
            </a:r>
          </a:p>
          <a:p>
            <a:pPr marL="685800" lvl="1" indent="-228600" algn="just">
              <a:spcBef>
                <a:spcPts val="0"/>
              </a:spcBef>
              <a:buSzPct val="100000"/>
            </a:pPr>
            <a:r>
              <a:rPr lang="en-US" dirty="0"/>
              <a:t>For Phoenix, H0 is rejected and H1 is accepted</a:t>
            </a:r>
          </a:p>
          <a:p>
            <a:pPr marL="685800" lvl="1" indent="-228600" algn="just">
              <a:spcBef>
                <a:spcPts val="0"/>
              </a:spcBef>
              <a:buSzPct val="100000"/>
            </a:pPr>
            <a:r>
              <a:rPr lang="en-US" dirty="0"/>
              <a:t>For Minneapolis, H0 is accepted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just">
              <a:spcBef>
                <a:spcPts val="0"/>
              </a:spcBef>
              <a:buSzPct val="100000"/>
            </a:pPr>
            <a:endParaRPr lang="en-US" b="1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Good things: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Comfortable with building ML models </a:t>
            </a:r>
            <a:r>
              <a:rPr lang="en-US" dirty="0"/>
              <a:t>in Python using real data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Applied ML concepts from literature (regression modeling, time-series learning, cross-validation) </a:t>
            </a:r>
            <a:r>
              <a:rPr lang="en-US" dirty="0"/>
              <a:t>in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our work</a:t>
            </a:r>
            <a:endParaRPr dirty="0"/>
          </a:p>
          <a:p>
            <a:pPr marL="685800" lvl="1" indent="-228600" algn="just">
              <a:buSzPct val="100000"/>
            </a:pPr>
            <a:r>
              <a:rPr lang="en-US" dirty="0"/>
              <a:t>Saw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dirty="0"/>
              <a:t>value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of feature engineering and 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xAI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techniques </a:t>
            </a:r>
            <a:r>
              <a:rPr lang="en-US" dirty="0"/>
              <a:t>(SHAP, LIME)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Limitations:</a:t>
            </a:r>
            <a:endParaRPr dirty="0"/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Could not explore the impact of these 3 techniques on the radar dataset due as we had planned due to equipment issues.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Future Work:</a:t>
            </a:r>
            <a:endParaRPr dirty="0">
              <a:highlight>
                <a:srgbClr val="FFFF00"/>
              </a:highlight>
            </a:endParaRPr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Testing the models on other cities</a:t>
            </a:r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Changing the time series period from monthly to weekly or daily if possible</a:t>
            </a:r>
          </a:p>
          <a:p>
            <a:pPr marL="68580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Exploring hybrid architectures (e.g. CNN–LSTM models) from literature</a:t>
            </a:r>
            <a:endParaRPr dirty="0"/>
          </a:p>
        </p:txBody>
      </p:sp>
      <p:sp>
        <p:nvSpPr>
          <p:cNvPr id="251" name="Google Shape;251;p24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 References</a:t>
            </a:r>
            <a:endParaRPr/>
          </a:p>
        </p:txBody>
      </p:sp>
      <p:sp>
        <p:nvSpPr>
          <p:cNvPr id="257" name="Google Shape;257;p25"/>
          <p:cNvSpPr txBox="1">
            <a:spLocks noGrp="1"/>
          </p:cNvSpPr>
          <p:nvPr>
            <p:ph type="body" idx="1"/>
          </p:nvPr>
        </p:nvSpPr>
        <p:spPr>
          <a:xfrm>
            <a:off x="262582" y="1664384"/>
            <a:ext cx="8618837" cy="428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US" sz="1400" b="1" dirty="0">
                <a:solidFill>
                  <a:srgbClr val="000000"/>
                </a:solidFill>
              </a:rPr>
              <a:t>Electricity Consumption Prediction</a:t>
            </a:r>
            <a:endParaRPr sz="1400" b="0" i="0" u="none" strike="noStrike" dirty="0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dirty="0">
                <a:solidFill>
                  <a:srgbClr val="000000"/>
                </a:solidFill>
              </a:rPr>
              <a:t>[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1] R. Obringer, R.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Nateghi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J. Knee, K. Madani, and R. Kumar, “Urban water and electricity demand data for understanding climate change impacts on the water-energy nexus,” Sci Data, vol. 11, no. 1, p. 108, Jan. 2024,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doi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: 10.1038/s41597-024-02930-z.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[2] Y. Radhika and M. Shashi, “Atmospheric Temperature Prediction using Support Vector Machines,” IJCTE, pp. 55–58, 2009,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doi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: 10.7763/IJCTE.2009.V1.9.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[3] G. Yin, T.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Yoshikane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K. Yamamoto, T. Kubota, and K. Yoshimura, “A support vector machine-based method for improving real-time hourly precipitation forecast in Japan,” Journal of Hydrology, vol. 612, p. 128125, Sept. 2022,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doi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: 10.1016/j.jhydrol.2022.128125.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[4] N. Hasan, N. Nath, and R. I. Rasel, “A support vector regression model for forecasting rainfall,” in Proc. Int. Conf. Electrical, Information and Communication Technology (EICT), 2015, pp. 554–559,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doi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: 10.1109/EICT.2015.7392014.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[5] Y. Wang, X. Wang, X. Li, W. Liu, and Y. Yang, “Future Climate Prediction Based on Support Vector Machine Optimization in Tianjin, China,” Atmosphere, vol. 14, no. 8, p. 1235, Aug. 2023,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doi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: 10.3390/atmos14081235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[6] H. A. I. El-Azab, R. A.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Swief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N. H. El-Amary, and H. K.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Temraz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"Seasonal forecasting of the hourly electricity demand applying machine and deep learning algorithms impact analysis of different factors," *Scientific Reports*, vol. 15, no. 9252, Mar. 2025. [Online]. Available: </a:t>
            </a:r>
            <a:r>
              <a:rPr lang="en-US" sz="1000" b="0" i="0" u="none" strike="noStrike" dirty="0">
                <a:solidFill>
                  <a:srgbClr val="000000"/>
                </a:solidFill>
                <a:hlinkClick r:id="rId3"/>
              </a:rPr>
              <a:t>https://www.nature.com/articles/s41598-025-91878-0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 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[7] M.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Abumohsen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A. Y.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Owda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and M. </a:t>
            </a:r>
            <a:r>
              <a:rPr lang="en-US" sz="1000" b="0" i="0" u="none" strike="noStrike" dirty="0" err="1">
                <a:solidFill>
                  <a:srgbClr val="000000"/>
                </a:solidFill>
              </a:rPr>
              <a:t>Owda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, "Electrical load forecasting using LSTM, GRU, and RNN algorithms," *Energies*, vol. 16, no. 5, p. 2283, 2023. [Online]. Available: https://www.mdpi.com/1996-1073/16/5/2283 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[8] G. Dudek, "A comprehensive study of random forest for short-term load forecasting," *Energies*, vol. 15, no. 20, p. 7547, Oct. 2022. [Online]. Available: </a:t>
            </a:r>
            <a:r>
              <a:rPr lang="en-US" sz="1000" b="0" i="0" u="none" strike="noStrike" dirty="0">
                <a:solidFill>
                  <a:srgbClr val="000000"/>
                </a:solidFill>
                <a:hlinkClick r:id="rId4"/>
              </a:rPr>
              <a:t>https://www.mdpi.com/1996-1073/15/20/7547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  </a:t>
            </a: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</a:rPr>
              <a:t>[9] X. Cui, M. Lee, C. Koo, and T. Hong, "Energy consumption prediction and household feature analysis for different residential building types using machine learning and SHAP: Toward energy-efficient buildings," Energy and Buildings, vol. 309, p. 113997, Apr. 2024. [Online]. Available: </a:t>
            </a:r>
            <a:r>
              <a:rPr lang="en-US" sz="1000" b="0" i="0" u="none" strike="noStrike" dirty="0">
                <a:solidFill>
                  <a:srgbClr val="000000"/>
                </a:solidFill>
                <a:hlinkClick r:id="rId5"/>
              </a:rPr>
              <a:t>https://www.sciencedirect.com/science/article/abs/pii/S0378778824001130</a:t>
            </a:r>
            <a:r>
              <a:rPr lang="en-US" sz="1000" b="0" i="0" u="none" strike="noStrike" dirty="0">
                <a:solidFill>
                  <a:srgbClr val="000000"/>
                </a:solidFill>
              </a:rPr>
              <a:t>  </a:t>
            </a:r>
          </a:p>
        </p:txBody>
      </p:sp>
      <p:sp>
        <p:nvSpPr>
          <p:cNvPr id="258" name="Google Shape;258;p25"/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>
            <a:spLocks noGrp="1"/>
          </p:cNvSpPr>
          <p:nvPr>
            <p:ph type="title"/>
          </p:nvPr>
        </p:nvSpPr>
        <p:spPr>
          <a:xfrm>
            <a:off x="262582" y="269422"/>
            <a:ext cx="8618837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The End! ☺</a:t>
            </a:r>
            <a:endParaRPr/>
          </a:p>
        </p:txBody>
      </p:sp>
      <p:pic>
        <p:nvPicPr>
          <p:cNvPr id="264" name="Google Shape;264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88123" y="1744663"/>
            <a:ext cx="5767754" cy="40846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8;p25">
            <a:extLst>
              <a:ext uri="{FF2B5EF4-FFF2-40B4-BE49-F238E27FC236}">
                <a16:creationId xmlns:a16="http://schemas.microsoft.com/office/drawing/2014/main" id="{B5A39A1D-247B-8FA9-11DB-4B0527993B40}"/>
              </a:ext>
            </a:extLst>
          </p:cNvPr>
          <p:cNvSpPr/>
          <p:nvPr/>
        </p:nvSpPr>
        <p:spPr>
          <a:xfrm>
            <a:off x="4099034" y="6384899"/>
            <a:ext cx="933647" cy="474005"/>
          </a:xfrm>
          <a:prstGeom prst="flowChartInputOutput">
            <a:avLst/>
          </a:prstGeom>
          <a:solidFill>
            <a:srgbClr val="009A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 - Green + Logo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2146</Words>
  <Application>Microsoft Office PowerPoint</Application>
  <PresentationFormat>On-screen Show (4:3)</PresentationFormat>
  <Paragraphs>186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Noto Sans Symbols</vt:lpstr>
      <vt:lpstr>Wingdings</vt:lpstr>
      <vt:lpstr>Title Slide - Green + Logo</vt:lpstr>
      <vt:lpstr> CSCI 543/DATA 532 - Machine Learning Fall 2025  Project Presentation  Topic: Predicting future values for monthly electricity consumption  </vt:lpstr>
      <vt:lpstr>Presentation Plan </vt:lpstr>
      <vt:lpstr>Acknowledgement </vt:lpstr>
      <vt:lpstr>Problem Statement and Motivation</vt:lpstr>
      <vt:lpstr>Objectives </vt:lpstr>
      <vt:lpstr>Project Significance </vt:lpstr>
      <vt:lpstr>Literature Review </vt:lpstr>
      <vt:lpstr>Data Used</vt:lpstr>
      <vt:lpstr>Methodology / Models Used </vt:lpstr>
      <vt:lpstr>Results and Analysis (Summary)</vt:lpstr>
      <vt:lpstr>Results and Analysis (SVM) </vt:lpstr>
      <vt:lpstr>Results and Analysis (FFNN) </vt:lpstr>
      <vt:lpstr>Results and Analysis (LSTM) </vt:lpstr>
      <vt:lpstr>Results and Analysis (Final Comparison) </vt:lpstr>
      <vt:lpstr>Results and Analysis (Residual Distribution) </vt:lpstr>
      <vt:lpstr>Results and Analysis (Cross Validation) </vt:lpstr>
      <vt:lpstr>Results and Analysis (Correlation Heatmap) </vt:lpstr>
      <vt:lpstr>Results and Analysis (SHAP) </vt:lpstr>
      <vt:lpstr>Results and Analysis (LIME) </vt:lpstr>
      <vt:lpstr>Results and Analysis (Hypothesis Testing) </vt:lpstr>
      <vt:lpstr>Conclusion, Limitations, Future Work</vt:lpstr>
      <vt:lpstr> References</vt:lpstr>
      <vt:lpstr>The End! 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UND Stationery</dc:creator>
  <cp:lastModifiedBy>Parameshwar, Vigneshwar</cp:lastModifiedBy>
  <cp:revision>1</cp:revision>
  <dcterms:created xsi:type="dcterms:W3CDTF">2020-09-16T16:31:21Z</dcterms:created>
  <dcterms:modified xsi:type="dcterms:W3CDTF">2025-12-13T21:03:26Z</dcterms:modified>
</cp:coreProperties>
</file>